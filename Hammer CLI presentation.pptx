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6858000" cy="9144000"/>
  <p:embeddedFontLst>
    <p:embeddedFont>
      <p:font typeface="Plus Jakarta Sans"/>
      <p:regular r:id="rId15"/>
      <p:bold r:id="rId16"/>
      <p:italic r:id="rId17"/>
      <p:boldItalic r:id="rId18"/>
    </p:embeddedFont>
    <p:embeddedFont>
      <p:font typeface="Inter"/>
      <p:regular r:id="rId19"/>
      <p:bold r:id="rId20"/>
      <p:italic r:id="rId21"/>
      <p:boldItalic r:id="rId22"/>
    </p:embeddedFont>
    <p:embeddedFont>
      <p:font typeface="Plus Jakarta Sans Medium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.fntdata"/><Relationship Id="rId22" Type="http://schemas.openxmlformats.org/officeDocument/2006/relationships/font" Target="fonts/Inter-boldItalic.fntdata"/><Relationship Id="rId21" Type="http://schemas.openxmlformats.org/officeDocument/2006/relationships/font" Target="fonts/Inter-italic.fntdata"/><Relationship Id="rId24" Type="http://schemas.openxmlformats.org/officeDocument/2006/relationships/font" Target="fonts/PlusJakartaSansMedium-bold.fntdata"/><Relationship Id="rId23" Type="http://schemas.openxmlformats.org/officeDocument/2006/relationships/font" Target="fonts/PlusJakartaSansMedium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PlusJakartaSansMedium-boldItalic.fntdata"/><Relationship Id="rId25" Type="http://schemas.openxmlformats.org/officeDocument/2006/relationships/font" Target="fonts/PlusJakartaSans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font" Target="fonts/PlusJakartaSans-regular.fntdata"/><Relationship Id="rId14" Type="http://schemas.openxmlformats.org/officeDocument/2006/relationships/slide" Target="slides/slide9.xml"/><Relationship Id="rId17" Type="http://schemas.openxmlformats.org/officeDocument/2006/relationships/font" Target="fonts/PlusJakartaSans-italic.fntdata"/><Relationship Id="rId16" Type="http://schemas.openxmlformats.org/officeDocument/2006/relationships/font" Target="fonts/PlusJakartaSans-bold.fntdata"/><Relationship Id="rId19" Type="http://schemas.openxmlformats.org/officeDocument/2006/relationships/font" Target="fonts/Inter-regular.fntdata"/><Relationship Id="rId18" Type="http://schemas.openxmlformats.org/officeDocument/2006/relationships/font" Target="fonts/PlusJakartaSans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c7b51471c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c7b51471c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c7b51471c6_0_3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c7b51471c6_0_3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c7b51471c6_0_3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c7b51471c6_0_3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c7b51471c6_0_3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3c7b51471c6_0_3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c7b51471c6_0_3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3c7b51471c6_0_3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c7b51471c6_0_3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c7b51471c6_0_3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c7b51471c6_0_3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3c7b51471c6_0_3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c7b51471c6_0_3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c7b51471c6_0_3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c7b51471c6_0_3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3c7b51471c6_0_3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blank">
  <p:cSld name="BLANK">
    <p:bg>
      <p:bgPr>
        <a:solidFill>
          <a:schemeClr val="accent5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6849412" y="229900"/>
            <a:ext cx="2068500" cy="2068500"/>
          </a:xfrm>
          <a:prstGeom prst="roundRect">
            <a:avLst>
              <a:gd fmla="val 12219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2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0" name="Google Shape;10;p2"/>
          <p:cNvSpPr/>
          <p:nvPr/>
        </p:nvSpPr>
        <p:spPr>
          <a:xfrm>
            <a:off x="228600" y="229900"/>
            <a:ext cx="4349400" cy="4683600"/>
          </a:xfrm>
          <a:prstGeom prst="roundRect">
            <a:avLst>
              <a:gd fmla="val 5845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2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4679587" y="229900"/>
            <a:ext cx="2068500" cy="2068500"/>
          </a:xfrm>
          <a:prstGeom prst="roundRect">
            <a:avLst>
              <a:gd fmla="val 122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endParaRPr>
              <a:solidFill>
                <a:schemeClr val="accent2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" name="Google Shape;12;p2"/>
          <p:cNvSpPr/>
          <p:nvPr/>
        </p:nvSpPr>
        <p:spPr>
          <a:xfrm>
            <a:off x="4679599" y="2404695"/>
            <a:ext cx="4238400" cy="2508900"/>
          </a:xfrm>
          <a:prstGeom prst="roundRect">
            <a:avLst>
              <a:gd fmla="val 10138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3" name="Google Shape;13;p2"/>
          <p:cNvGrpSpPr/>
          <p:nvPr/>
        </p:nvGrpSpPr>
        <p:grpSpPr>
          <a:xfrm>
            <a:off x="4524845" y="724771"/>
            <a:ext cx="2377504" cy="1078596"/>
            <a:chOff x="4571989" y="769200"/>
            <a:chExt cx="2320422" cy="1052700"/>
          </a:xfrm>
        </p:grpSpPr>
        <p:sp>
          <p:nvSpPr>
            <p:cNvPr id="14" name="Google Shape;14;p2"/>
            <p:cNvSpPr/>
            <p:nvPr/>
          </p:nvSpPr>
          <p:spPr>
            <a:xfrm>
              <a:off x="5691810" y="769200"/>
              <a:ext cx="1200600" cy="1052700"/>
            </a:xfrm>
            <a:prstGeom prst="pie">
              <a:avLst>
                <a:gd fmla="val 5410573" name="adj1"/>
                <a:gd fmla="val 16200000" name="adj2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2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4571989" y="769200"/>
              <a:ext cx="1200600" cy="1052700"/>
            </a:xfrm>
            <a:prstGeom prst="pie">
              <a:avLst>
                <a:gd fmla="val 5410573" name="adj1"/>
                <a:gd fmla="val 16200000" name="adj2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2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</p:grpSp>
      <p:grpSp>
        <p:nvGrpSpPr>
          <p:cNvPr id="16" name="Google Shape;16;p2"/>
          <p:cNvGrpSpPr/>
          <p:nvPr/>
        </p:nvGrpSpPr>
        <p:grpSpPr>
          <a:xfrm>
            <a:off x="7352898" y="762044"/>
            <a:ext cx="1061865" cy="1004215"/>
            <a:chOff x="7312075" y="834700"/>
            <a:chExt cx="1022400" cy="966799"/>
          </a:xfrm>
        </p:grpSpPr>
        <p:sp>
          <p:nvSpPr>
            <p:cNvPr id="17" name="Google Shape;17;p2"/>
            <p:cNvSpPr/>
            <p:nvPr/>
          </p:nvSpPr>
          <p:spPr>
            <a:xfrm>
              <a:off x="7312075" y="834700"/>
              <a:ext cx="1022400" cy="438000"/>
            </a:xfrm>
            <a:prstGeom prst="roundRect">
              <a:avLst>
                <a:gd fmla="val 50000" name="adj"/>
              </a:avLst>
            </a:prstGeom>
            <a:noFill/>
            <a:ln cap="flat" cmpd="sng" w="1143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312075" y="1363499"/>
              <a:ext cx="1022400" cy="438000"/>
            </a:xfrm>
            <a:prstGeom prst="roundRect">
              <a:avLst>
                <a:gd fmla="val 50000" name="adj"/>
              </a:avLst>
            </a:prstGeom>
            <a:noFill/>
            <a:ln cap="flat" cmpd="sng" w="1143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9" name="Google Shape;19;p2"/>
          <p:cNvSpPr txBox="1"/>
          <p:nvPr>
            <p:ph idx="1" type="subTitle"/>
          </p:nvPr>
        </p:nvSpPr>
        <p:spPr>
          <a:xfrm>
            <a:off x="4897375" y="2609925"/>
            <a:ext cx="36798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20" name="Google Shape;20;p2"/>
          <p:cNvSpPr txBox="1"/>
          <p:nvPr>
            <p:ph type="title"/>
          </p:nvPr>
        </p:nvSpPr>
        <p:spPr>
          <a:xfrm>
            <a:off x="563400" y="3695700"/>
            <a:ext cx="3679800" cy="938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ALT">
  <p:cSld name="BLANK_1_2">
    <p:bg>
      <p:bgPr>
        <a:solidFill>
          <a:schemeClr val="accent5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 rot="5400000">
            <a:off x="-285900" y="285900"/>
            <a:ext cx="5143500" cy="4571700"/>
          </a:xfrm>
          <a:prstGeom prst="round2SameRect">
            <a:avLst>
              <a:gd fmla="val 7676" name="adj1"/>
              <a:gd fmla="val 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" name="Google Shape;23;p3"/>
          <p:cNvSpPr txBox="1"/>
          <p:nvPr>
            <p:ph type="title"/>
          </p:nvPr>
        </p:nvSpPr>
        <p:spPr>
          <a:xfrm>
            <a:off x="228600" y="228600"/>
            <a:ext cx="3713100" cy="1108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BLANK_1_1_1_1_3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/>
          <p:nvPr>
            <p:ph type="title"/>
          </p:nvPr>
        </p:nvSpPr>
        <p:spPr>
          <a:xfrm>
            <a:off x="228600" y="228600"/>
            <a:ext cx="64803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318600" y="2984575"/>
            <a:ext cx="1914300" cy="1587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7" name="Google Shape;27;p4"/>
          <p:cNvSpPr txBox="1"/>
          <p:nvPr>
            <p:ph idx="2" type="body"/>
          </p:nvPr>
        </p:nvSpPr>
        <p:spPr>
          <a:xfrm>
            <a:off x="6911100" y="2984575"/>
            <a:ext cx="1914300" cy="1587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3" type="body"/>
          </p:nvPr>
        </p:nvSpPr>
        <p:spPr>
          <a:xfrm>
            <a:off x="2516100" y="2984575"/>
            <a:ext cx="1914300" cy="1587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29" name="Google Shape;29;p4"/>
          <p:cNvSpPr txBox="1"/>
          <p:nvPr>
            <p:ph idx="4" type="body"/>
          </p:nvPr>
        </p:nvSpPr>
        <p:spPr>
          <a:xfrm>
            <a:off x="4713588" y="2984575"/>
            <a:ext cx="1914300" cy="1587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5" type="subTitle"/>
          </p:nvPr>
        </p:nvSpPr>
        <p:spPr>
          <a:xfrm>
            <a:off x="381950" y="2393500"/>
            <a:ext cx="1854900" cy="314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6" type="subTitle"/>
          </p:nvPr>
        </p:nvSpPr>
        <p:spPr>
          <a:xfrm>
            <a:off x="2574000" y="2378475"/>
            <a:ext cx="1854900" cy="314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7" type="subTitle"/>
          </p:nvPr>
        </p:nvSpPr>
        <p:spPr>
          <a:xfrm>
            <a:off x="4806538" y="2378475"/>
            <a:ext cx="1822800" cy="314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8" type="subTitle"/>
          </p:nvPr>
        </p:nvSpPr>
        <p:spPr>
          <a:xfrm>
            <a:off x="7007100" y="2378475"/>
            <a:ext cx="1822800" cy="314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BLANK_1_1_1_1_2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228600" y="741875"/>
            <a:ext cx="6480300" cy="415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_1_1_1_1_1_1_1_1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rainstorming 1">
  <p:cSld name="BLANK_1_1_1_1_1_1_1_1_1_1_3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228600" y="632050"/>
            <a:ext cx="8686800" cy="3539400"/>
          </a:xfrm>
          <a:prstGeom prst="roundRect">
            <a:avLst>
              <a:gd fmla="val 5122" name="adj"/>
            </a:avLst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39" name="Google Shape;39;p7"/>
          <p:cNvSpPr/>
          <p:nvPr/>
        </p:nvSpPr>
        <p:spPr>
          <a:xfrm>
            <a:off x="0" y="4400100"/>
            <a:ext cx="9144000" cy="7434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40" name="Google Shape;40;p7"/>
          <p:cNvSpPr txBox="1"/>
          <p:nvPr>
            <p:ph idx="1" type="subTitle"/>
          </p:nvPr>
        </p:nvSpPr>
        <p:spPr>
          <a:xfrm>
            <a:off x="228600" y="4619400"/>
            <a:ext cx="1231800" cy="30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378975" y="788021"/>
            <a:ext cx="3990900" cy="3210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2" name="Google Shape;42;p7"/>
          <p:cNvSpPr txBox="1"/>
          <p:nvPr>
            <p:ph idx="3" type="body"/>
          </p:nvPr>
        </p:nvSpPr>
        <p:spPr>
          <a:xfrm>
            <a:off x="4774123" y="788021"/>
            <a:ext cx="3990900" cy="3210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rainstorming 2">
  <p:cSld name="BLANK_1_1_1_1_1_1_1_1_1_1_3_1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8"/>
          <p:cNvSpPr/>
          <p:nvPr/>
        </p:nvSpPr>
        <p:spPr>
          <a:xfrm>
            <a:off x="0" y="4400100"/>
            <a:ext cx="9144000" cy="7434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45" name="Google Shape;45;p8"/>
          <p:cNvSpPr txBox="1"/>
          <p:nvPr>
            <p:ph idx="1" type="subTitle"/>
          </p:nvPr>
        </p:nvSpPr>
        <p:spPr>
          <a:xfrm>
            <a:off x="228600" y="4619400"/>
            <a:ext cx="1231800" cy="30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000">
                <a:solidFill>
                  <a:schemeClr val="l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st">
  <p:cSld name="BLANK_1_1_1_1_1_1_1_1_1_1_2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 txBox="1"/>
          <p:nvPr>
            <p:ph idx="1" type="subTitle"/>
          </p:nvPr>
        </p:nvSpPr>
        <p:spPr>
          <a:xfrm>
            <a:off x="927475" y="1269700"/>
            <a:ext cx="60462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/>
        </p:txBody>
      </p:sp>
      <p:sp>
        <p:nvSpPr>
          <p:cNvPr id="48" name="Google Shape;48;p9"/>
          <p:cNvSpPr txBox="1"/>
          <p:nvPr>
            <p:ph idx="2" type="subTitle"/>
          </p:nvPr>
        </p:nvSpPr>
        <p:spPr>
          <a:xfrm>
            <a:off x="927475" y="2073125"/>
            <a:ext cx="60462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/>
        </p:txBody>
      </p:sp>
      <p:sp>
        <p:nvSpPr>
          <p:cNvPr id="49" name="Google Shape;49;p9"/>
          <p:cNvSpPr txBox="1"/>
          <p:nvPr>
            <p:ph idx="3" type="subTitle"/>
          </p:nvPr>
        </p:nvSpPr>
        <p:spPr>
          <a:xfrm>
            <a:off x="927475" y="2891300"/>
            <a:ext cx="60462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/>
        </p:txBody>
      </p:sp>
      <p:sp>
        <p:nvSpPr>
          <p:cNvPr id="50" name="Google Shape;50;p9"/>
          <p:cNvSpPr txBox="1"/>
          <p:nvPr>
            <p:ph idx="4" type="subTitle"/>
          </p:nvPr>
        </p:nvSpPr>
        <p:spPr>
          <a:xfrm>
            <a:off x="927475" y="3692625"/>
            <a:ext cx="60462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"/>
              <a:buNone/>
              <a:defRPr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5" type="subTitle"/>
          </p:nvPr>
        </p:nvSpPr>
        <p:spPr>
          <a:xfrm>
            <a:off x="228600" y="1269700"/>
            <a:ext cx="5757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Plus Jakarta Sans Medium"/>
              <a:buNone/>
              <a:defRPr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Plus Jakarta Sans Medium"/>
              <a:buNone/>
              <a:defRPr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Plus Jakarta Sans Medium"/>
              <a:buNone/>
              <a:defRPr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Plus Jakarta Sans Medium"/>
              <a:buNone/>
              <a:defRPr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Plus Jakarta Sans Medium"/>
              <a:buNone/>
              <a:defRPr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Plus Jakarta Sans Medium"/>
              <a:buNone/>
              <a:defRPr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Plus Jakarta Sans Medium"/>
              <a:buNone/>
              <a:defRPr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Plus Jakarta Sans Medium"/>
              <a:buNone/>
              <a:defRPr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Plus Jakarta Sans Medium"/>
              <a:buNone/>
              <a:defRPr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6" type="subTitle"/>
          </p:nvPr>
        </p:nvSpPr>
        <p:spPr>
          <a:xfrm>
            <a:off x="228600" y="2073125"/>
            <a:ext cx="5757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53" name="Google Shape;53;p9"/>
          <p:cNvSpPr txBox="1"/>
          <p:nvPr>
            <p:ph idx="7" type="subTitle"/>
          </p:nvPr>
        </p:nvSpPr>
        <p:spPr>
          <a:xfrm>
            <a:off x="228600" y="2891300"/>
            <a:ext cx="5757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54" name="Google Shape;54;p9"/>
          <p:cNvSpPr txBox="1"/>
          <p:nvPr>
            <p:ph idx="8" type="subTitle"/>
          </p:nvPr>
        </p:nvSpPr>
        <p:spPr>
          <a:xfrm>
            <a:off x="228600" y="3692625"/>
            <a:ext cx="5757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Plus Jakarta Sans Medium"/>
              <a:buNone/>
              <a:defRPr>
                <a:solidFill>
                  <a:schemeClr val="l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ideas">
  <p:cSld name="BLANK_1_1_1_1_1_1_1_1_1_1_1_1_1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228300" y="921925"/>
            <a:ext cx="3236700" cy="277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57" name="Google Shape;57;p10"/>
          <p:cNvSpPr txBox="1"/>
          <p:nvPr>
            <p:ph idx="2" type="title"/>
          </p:nvPr>
        </p:nvSpPr>
        <p:spPr>
          <a:xfrm>
            <a:off x="4788000" y="917325"/>
            <a:ext cx="3236700" cy="277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8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58" name="Google Shape;58;p10"/>
          <p:cNvSpPr txBox="1"/>
          <p:nvPr>
            <p:ph idx="1" type="body"/>
          </p:nvPr>
        </p:nvSpPr>
        <p:spPr>
          <a:xfrm>
            <a:off x="228600" y="1345400"/>
            <a:ext cx="4134300" cy="1104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59" name="Google Shape;59;p10"/>
          <p:cNvSpPr txBox="1"/>
          <p:nvPr>
            <p:ph idx="3" type="body"/>
          </p:nvPr>
        </p:nvSpPr>
        <p:spPr>
          <a:xfrm>
            <a:off x="4781100" y="1345400"/>
            <a:ext cx="4134300" cy="110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60" name="Google Shape;60;p10"/>
          <p:cNvSpPr txBox="1"/>
          <p:nvPr>
            <p:ph idx="4" type="subTitle"/>
          </p:nvPr>
        </p:nvSpPr>
        <p:spPr>
          <a:xfrm>
            <a:off x="5058000" y="3305850"/>
            <a:ext cx="16569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61" name="Google Shape;61;p10"/>
          <p:cNvSpPr txBox="1"/>
          <p:nvPr>
            <p:ph idx="5" type="body"/>
          </p:nvPr>
        </p:nvSpPr>
        <p:spPr>
          <a:xfrm>
            <a:off x="5058000" y="3595225"/>
            <a:ext cx="1656900" cy="98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6" type="subTitle"/>
          </p:nvPr>
        </p:nvSpPr>
        <p:spPr>
          <a:xfrm>
            <a:off x="2438171" y="3305838"/>
            <a:ext cx="16569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7" type="body"/>
          </p:nvPr>
        </p:nvSpPr>
        <p:spPr>
          <a:xfrm>
            <a:off x="2438171" y="3595213"/>
            <a:ext cx="1656900" cy="98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64" name="Google Shape;64;p10"/>
          <p:cNvSpPr/>
          <p:nvPr>
            <p:ph idx="8" type="pic"/>
          </p:nvPr>
        </p:nvSpPr>
        <p:spPr>
          <a:xfrm>
            <a:off x="0" y="3029625"/>
            <a:ext cx="2178300" cy="1895700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10"/>
          <p:cNvSpPr/>
          <p:nvPr>
            <p:ph idx="9" type="pic"/>
          </p:nvPr>
        </p:nvSpPr>
        <p:spPr>
          <a:xfrm>
            <a:off x="6965700" y="3010075"/>
            <a:ext cx="2178300" cy="1895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idea">
  <p:cSld name="BLANK_1_1_1_1_1_1_1_1_1_1_1_1_1_2_1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/>
          <p:nvPr/>
        </p:nvSpPr>
        <p:spPr>
          <a:xfrm>
            <a:off x="0" y="3149700"/>
            <a:ext cx="5322300" cy="1993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68" name="Google Shape;68;p11"/>
          <p:cNvSpPr txBox="1"/>
          <p:nvPr>
            <p:ph type="title"/>
          </p:nvPr>
        </p:nvSpPr>
        <p:spPr>
          <a:xfrm>
            <a:off x="228600" y="191575"/>
            <a:ext cx="4285800" cy="3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" type="body"/>
          </p:nvPr>
        </p:nvSpPr>
        <p:spPr>
          <a:xfrm>
            <a:off x="228600" y="1317900"/>
            <a:ext cx="4285800" cy="964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70" name="Google Shape;70;p11"/>
          <p:cNvSpPr txBox="1"/>
          <p:nvPr>
            <p:ph idx="2" type="subTitle"/>
          </p:nvPr>
        </p:nvSpPr>
        <p:spPr>
          <a:xfrm>
            <a:off x="228600" y="3402700"/>
            <a:ext cx="19569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71" name="Google Shape;71;p11"/>
          <p:cNvSpPr txBox="1"/>
          <p:nvPr>
            <p:ph idx="3" type="body"/>
          </p:nvPr>
        </p:nvSpPr>
        <p:spPr>
          <a:xfrm>
            <a:off x="228600" y="3692075"/>
            <a:ext cx="1956900" cy="98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72" name="Google Shape;72;p11"/>
          <p:cNvSpPr txBox="1"/>
          <p:nvPr>
            <p:ph idx="4" type="subTitle"/>
          </p:nvPr>
        </p:nvSpPr>
        <p:spPr>
          <a:xfrm>
            <a:off x="2557500" y="3402700"/>
            <a:ext cx="19569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73" name="Google Shape;73;p11"/>
          <p:cNvSpPr txBox="1"/>
          <p:nvPr>
            <p:ph idx="5" type="body"/>
          </p:nvPr>
        </p:nvSpPr>
        <p:spPr>
          <a:xfrm>
            <a:off x="2557500" y="3692075"/>
            <a:ext cx="1956900" cy="98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74" name="Google Shape;74;p11"/>
          <p:cNvSpPr/>
          <p:nvPr>
            <p:ph idx="6" type="pic"/>
          </p:nvPr>
        </p:nvSpPr>
        <p:spPr>
          <a:xfrm rot="-5400000">
            <a:off x="4491900" y="497850"/>
            <a:ext cx="5156400" cy="4147800"/>
          </a:xfrm>
          <a:prstGeom prst="round2SameRect">
            <a:avLst>
              <a:gd fmla="val 8254" name="adj1"/>
              <a:gd fmla="val 0" name="adj2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title and image">
  <p:cSld name="BLANK_1_1_1_1_1_1_1_1_1_1_1_1_1_1_1_1_1_1_1_1_1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/>
          <p:nvPr>
            <p:ph idx="2" type="pic"/>
          </p:nvPr>
        </p:nvSpPr>
        <p:spPr>
          <a:xfrm>
            <a:off x="228650" y="2813125"/>
            <a:ext cx="8018700" cy="2099100"/>
          </a:xfrm>
          <a:prstGeom prst="roundRect">
            <a:avLst>
              <a:gd fmla="val 7988" name="adj"/>
            </a:avLst>
          </a:prstGeom>
          <a:noFill/>
          <a:ln>
            <a:noFill/>
          </a:ln>
        </p:spPr>
      </p:sp>
      <p:sp>
        <p:nvSpPr>
          <p:cNvPr id="77" name="Google Shape;77;p12"/>
          <p:cNvSpPr txBox="1"/>
          <p:nvPr>
            <p:ph idx="1" type="subTitle"/>
          </p:nvPr>
        </p:nvSpPr>
        <p:spPr>
          <a:xfrm>
            <a:off x="228600" y="947332"/>
            <a:ext cx="6480300" cy="59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/>
        </p:txBody>
      </p:sp>
      <p:sp>
        <p:nvSpPr>
          <p:cNvPr id="78" name="Google Shape;78;p12"/>
          <p:cNvSpPr txBox="1"/>
          <p:nvPr>
            <p:ph type="title"/>
          </p:nvPr>
        </p:nvSpPr>
        <p:spPr>
          <a:xfrm>
            <a:off x="228600" y="228600"/>
            <a:ext cx="64803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 team 1">
  <p:cSld name="BLANK_1_1_1_1_1_1_1_1_1_1_1_1_1_1_1_1_1_1_1_1_1_1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/>
          <p:nvPr>
            <p:ph idx="2" type="pic"/>
          </p:nvPr>
        </p:nvSpPr>
        <p:spPr>
          <a:xfrm>
            <a:off x="354750" y="1034550"/>
            <a:ext cx="1833000" cy="1833000"/>
          </a:xfrm>
          <a:prstGeom prst="roundRect">
            <a:avLst>
              <a:gd fmla="val 8703" name="adj"/>
            </a:avLst>
          </a:prstGeom>
          <a:noFill/>
          <a:ln>
            <a:noFill/>
          </a:ln>
        </p:spPr>
      </p:sp>
      <p:sp>
        <p:nvSpPr>
          <p:cNvPr id="81" name="Google Shape;81;p13"/>
          <p:cNvSpPr/>
          <p:nvPr>
            <p:ph idx="3" type="pic"/>
          </p:nvPr>
        </p:nvSpPr>
        <p:spPr>
          <a:xfrm>
            <a:off x="2555250" y="1034550"/>
            <a:ext cx="1833000" cy="1833000"/>
          </a:xfrm>
          <a:prstGeom prst="roundRect">
            <a:avLst>
              <a:gd fmla="val 8703" name="adj"/>
            </a:avLst>
          </a:prstGeom>
          <a:noFill/>
          <a:ln>
            <a:noFill/>
          </a:ln>
        </p:spPr>
      </p:sp>
      <p:sp>
        <p:nvSpPr>
          <p:cNvPr id="82" name="Google Shape;82;p13"/>
          <p:cNvSpPr/>
          <p:nvPr>
            <p:ph idx="4" type="pic"/>
          </p:nvPr>
        </p:nvSpPr>
        <p:spPr>
          <a:xfrm>
            <a:off x="4755750" y="1034550"/>
            <a:ext cx="1833000" cy="1833000"/>
          </a:xfrm>
          <a:prstGeom prst="roundRect">
            <a:avLst>
              <a:gd fmla="val 8703" name="adj"/>
            </a:avLst>
          </a:prstGeom>
          <a:noFill/>
          <a:ln>
            <a:noFill/>
          </a:ln>
        </p:spPr>
      </p:sp>
      <p:sp>
        <p:nvSpPr>
          <p:cNvPr id="83" name="Google Shape;83;p13"/>
          <p:cNvSpPr/>
          <p:nvPr>
            <p:ph idx="5" type="pic"/>
          </p:nvPr>
        </p:nvSpPr>
        <p:spPr>
          <a:xfrm>
            <a:off x="6956250" y="1034550"/>
            <a:ext cx="1833000" cy="1833000"/>
          </a:xfrm>
          <a:prstGeom prst="roundRect">
            <a:avLst>
              <a:gd fmla="val 8703" name="adj"/>
            </a:avLst>
          </a:prstGeom>
          <a:noFill/>
          <a:ln>
            <a:noFill/>
          </a:ln>
        </p:spPr>
      </p:sp>
      <p:sp>
        <p:nvSpPr>
          <p:cNvPr id="84" name="Google Shape;84;p13"/>
          <p:cNvSpPr txBox="1"/>
          <p:nvPr>
            <p:ph idx="1" type="subTitle"/>
          </p:nvPr>
        </p:nvSpPr>
        <p:spPr>
          <a:xfrm>
            <a:off x="399725" y="3034650"/>
            <a:ext cx="17169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85" name="Google Shape;85;p13"/>
          <p:cNvSpPr txBox="1"/>
          <p:nvPr>
            <p:ph idx="6" type="subTitle"/>
          </p:nvPr>
        </p:nvSpPr>
        <p:spPr>
          <a:xfrm>
            <a:off x="399725" y="3246100"/>
            <a:ext cx="17169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9pPr>
          </a:lstStyle>
          <a:p/>
        </p:txBody>
      </p:sp>
      <p:sp>
        <p:nvSpPr>
          <p:cNvPr id="86" name="Google Shape;86;p13"/>
          <p:cNvSpPr txBox="1"/>
          <p:nvPr>
            <p:ph idx="7" type="body"/>
          </p:nvPr>
        </p:nvSpPr>
        <p:spPr>
          <a:xfrm>
            <a:off x="399725" y="3628825"/>
            <a:ext cx="1716900" cy="993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7" name="Google Shape;87;p13"/>
          <p:cNvSpPr txBox="1"/>
          <p:nvPr>
            <p:ph idx="8" type="subTitle"/>
          </p:nvPr>
        </p:nvSpPr>
        <p:spPr>
          <a:xfrm>
            <a:off x="2600225" y="3034650"/>
            <a:ext cx="17169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9" type="subTitle"/>
          </p:nvPr>
        </p:nvSpPr>
        <p:spPr>
          <a:xfrm>
            <a:off x="2600225" y="3246100"/>
            <a:ext cx="17169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9pPr>
          </a:lstStyle>
          <a:p/>
        </p:txBody>
      </p:sp>
      <p:sp>
        <p:nvSpPr>
          <p:cNvPr id="89" name="Google Shape;89;p13"/>
          <p:cNvSpPr txBox="1"/>
          <p:nvPr>
            <p:ph idx="13" type="body"/>
          </p:nvPr>
        </p:nvSpPr>
        <p:spPr>
          <a:xfrm>
            <a:off x="2600225" y="3628825"/>
            <a:ext cx="1716900" cy="993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90" name="Google Shape;90;p13"/>
          <p:cNvSpPr txBox="1"/>
          <p:nvPr>
            <p:ph idx="14" type="subTitle"/>
          </p:nvPr>
        </p:nvSpPr>
        <p:spPr>
          <a:xfrm>
            <a:off x="4800725" y="3034650"/>
            <a:ext cx="17169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91" name="Google Shape;91;p13"/>
          <p:cNvSpPr txBox="1"/>
          <p:nvPr>
            <p:ph idx="15" type="subTitle"/>
          </p:nvPr>
        </p:nvSpPr>
        <p:spPr>
          <a:xfrm>
            <a:off x="4800725" y="3246100"/>
            <a:ext cx="17169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9pPr>
          </a:lstStyle>
          <a:p/>
        </p:txBody>
      </p:sp>
      <p:sp>
        <p:nvSpPr>
          <p:cNvPr id="92" name="Google Shape;92;p13"/>
          <p:cNvSpPr txBox="1"/>
          <p:nvPr>
            <p:ph idx="16" type="body"/>
          </p:nvPr>
        </p:nvSpPr>
        <p:spPr>
          <a:xfrm>
            <a:off x="4800725" y="3628825"/>
            <a:ext cx="1716900" cy="993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93" name="Google Shape;93;p13"/>
          <p:cNvSpPr txBox="1"/>
          <p:nvPr>
            <p:ph idx="17" type="subTitle"/>
          </p:nvPr>
        </p:nvSpPr>
        <p:spPr>
          <a:xfrm>
            <a:off x="7001225" y="3034650"/>
            <a:ext cx="17169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94" name="Google Shape;94;p13"/>
          <p:cNvSpPr txBox="1"/>
          <p:nvPr>
            <p:ph idx="18" type="subTitle"/>
          </p:nvPr>
        </p:nvSpPr>
        <p:spPr>
          <a:xfrm>
            <a:off x="7001225" y="3246100"/>
            <a:ext cx="17169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9pPr>
          </a:lstStyle>
          <a:p/>
        </p:txBody>
      </p:sp>
      <p:sp>
        <p:nvSpPr>
          <p:cNvPr id="95" name="Google Shape;95;p13"/>
          <p:cNvSpPr txBox="1"/>
          <p:nvPr>
            <p:ph idx="19" type="body"/>
          </p:nvPr>
        </p:nvSpPr>
        <p:spPr>
          <a:xfrm>
            <a:off x="7001225" y="3628825"/>
            <a:ext cx="1716900" cy="9930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 team 2">
  <p:cSld name="BLANK_1_1_1_1_1_1_1_1_1_1_1_1_1_1_1_1_1_1_1_1_1_1_2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 txBox="1"/>
          <p:nvPr>
            <p:ph idx="1" type="subTitle"/>
          </p:nvPr>
        </p:nvSpPr>
        <p:spPr>
          <a:xfrm>
            <a:off x="353900" y="2266000"/>
            <a:ext cx="10983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98" name="Google Shape;98;p14"/>
          <p:cNvSpPr txBox="1"/>
          <p:nvPr>
            <p:ph idx="2" type="subTitle"/>
          </p:nvPr>
        </p:nvSpPr>
        <p:spPr>
          <a:xfrm>
            <a:off x="353900" y="2471000"/>
            <a:ext cx="1257300" cy="132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9pPr>
          </a:lstStyle>
          <a:p/>
        </p:txBody>
      </p:sp>
      <p:sp>
        <p:nvSpPr>
          <p:cNvPr id="99" name="Google Shape;99;p14"/>
          <p:cNvSpPr/>
          <p:nvPr>
            <p:ph idx="3" type="pic"/>
          </p:nvPr>
        </p:nvSpPr>
        <p:spPr>
          <a:xfrm>
            <a:off x="321050" y="825750"/>
            <a:ext cx="1342200" cy="1342200"/>
          </a:xfrm>
          <a:prstGeom prst="roundRect">
            <a:avLst>
              <a:gd fmla="val 8618" name="adj"/>
            </a:avLst>
          </a:prstGeom>
          <a:noFill/>
          <a:ln>
            <a:noFill/>
          </a:ln>
        </p:spPr>
      </p:sp>
      <p:sp>
        <p:nvSpPr>
          <p:cNvPr id="100" name="Google Shape;100;p14"/>
          <p:cNvSpPr txBox="1"/>
          <p:nvPr>
            <p:ph idx="4" type="subTitle"/>
          </p:nvPr>
        </p:nvSpPr>
        <p:spPr>
          <a:xfrm>
            <a:off x="2003288" y="2266000"/>
            <a:ext cx="10983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101" name="Google Shape;101;p14"/>
          <p:cNvSpPr txBox="1"/>
          <p:nvPr>
            <p:ph idx="5" type="subTitle"/>
          </p:nvPr>
        </p:nvSpPr>
        <p:spPr>
          <a:xfrm>
            <a:off x="2003288" y="2471000"/>
            <a:ext cx="1257300" cy="132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9pPr>
          </a:lstStyle>
          <a:p/>
        </p:txBody>
      </p:sp>
      <p:sp>
        <p:nvSpPr>
          <p:cNvPr id="102" name="Google Shape;102;p14"/>
          <p:cNvSpPr/>
          <p:nvPr>
            <p:ph idx="6" type="pic"/>
          </p:nvPr>
        </p:nvSpPr>
        <p:spPr>
          <a:xfrm>
            <a:off x="1970438" y="825750"/>
            <a:ext cx="1342200" cy="1342200"/>
          </a:xfrm>
          <a:prstGeom prst="roundRect">
            <a:avLst>
              <a:gd fmla="val 8618" name="adj"/>
            </a:avLst>
          </a:prstGeom>
          <a:noFill/>
          <a:ln>
            <a:noFill/>
          </a:ln>
        </p:spPr>
      </p:sp>
      <p:sp>
        <p:nvSpPr>
          <p:cNvPr id="103" name="Google Shape;103;p14"/>
          <p:cNvSpPr txBox="1"/>
          <p:nvPr>
            <p:ph idx="7" type="subTitle"/>
          </p:nvPr>
        </p:nvSpPr>
        <p:spPr>
          <a:xfrm>
            <a:off x="3652675" y="2266000"/>
            <a:ext cx="10983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104" name="Google Shape;104;p14"/>
          <p:cNvSpPr txBox="1"/>
          <p:nvPr>
            <p:ph idx="8" type="subTitle"/>
          </p:nvPr>
        </p:nvSpPr>
        <p:spPr>
          <a:xfrm>
            <a:off x="3652675" y="2471000"/>
            <a:ext cx="1257300" cy="132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9pPr>
          </a:lstStyle>
          <a:p/>
        </p:txBody>
      </p:sp>
      <p:sp>
        <p:nvSpPr>
          <p:cNvPr id="105" name="Google Shape;105;p14"/>
          <p:cNvSpPr/>
          <p:nvPr>
            <p:ph idx="9" type="pic"/>
          </p:nvPr>
        </p:nvSpPr>
        <p:spPr>
          <a:xfrm>
            <a:off x="3619825" y="825750"/>
            <a:ext cx="1342200" cy="1342200"/>
          </a:xfrm>
          <a:prstGeom prst="roundRect">
            <a:avLst>
              <a:gd fmla="val 8618" name="adj"/>
            </a:avLst>
          </a:prstGeom>
          <a:noFill/>
          <a:ln>
            <a:noFill/>
          </a:ln>
        </p:spPr>
      </p:sp>
      <p:sp>
        <p:nvSpPr>
          <p:cNvPr id="106" name="Google Shape;106;p14"/>
          <p:cNvSpPr txBox="1"/>
          <p:nvPr>
            <p:ph idx="13" type="subTitle"/>
          </p:nvPr>
        </p:nvSpPr>
        <p:spPr>
          <a:xfrm>
            <a:off x="5302050" y="2266000"/>
            <a:ext cx="10983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107" name="Google Shape;107;p14"/>
          <p:cNvSpPr txBox="1"/>
          <p:nvPr>
            <p:ph idx="14" type="subTitle"/>
          </p:nvPr>
        </p:nvSpPr>
        <p:spPr>
          <a:xfrm>
            <a:off x="5302050" y="2471000"/>
            <a:ext cx="1257300" cy="132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9pPr>
          </a:lstStyle>
          <a:p/>
        </p:txBody>
      </p:sp>
      <p:sp>
        <p:nvSpPr>
          <p:cNvPr id="108" name="Google Shape;108;p14"/>
          <p:cNvSpPr/>
          <p:nvPr>
            <p:ph idx="15" type="pic"/>
          </p:nvPr>
        </p:nvSpPr>
        <p:spPr>
          <a:xfrm>
            <a:off x="5269200" y="825750"/>
            <a:ext cx="1342200" cy="1342200"/>
          </a:xfrm>
          <a:prstGeom prst="roundRect">
            <a:avLst>
              <a:gd fmla="val 8618" name="adj"/>
            </a:avLst>
          </a:prstGeom>
          <a:noFill/>
          <a:ln>
            <a:noFill/>
          </a:ln>
        </p:spPr>
      </p:sp>
      <p:sp>
        <p:nvSpPr>
          <p:cNvPr id="109" name="Google Shape;109;p14"/>
          <p:cNvSpPr txBox="1"/>
          <p:nvPr>
            <p:ph idx="16" type="subTitle"/>
          </p:nvPr>
        </p:nvSpPr>
        <p:spPr>
          <a:xfrm>
            <a:off x="2003300" y="4416250"/>
            <a:ext cx="10983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110" name="Google Shape;110;p14"/>
          <p:cNvSpPr txBox="1"/>
          <p:nvPr>
            <p:ph idx="17" type="subTitle"/>
          </p:nvPr>
        </p:nvSpPr>
        <p:spPr>
          <a:xfrm>
            <a:off x="2003300" y="4621250"/>
            <a:ext cx="1257300" cy="132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9pPr>
          </a:lstStyle>
          <a:p/>
        </p:txBody>
      </p:sp>
      <p:sp>
        <p:nvSpPr>
          <p:cNvPr id="111" name="Google Shape;111;p14"/>
          <p:cNvSpPr/>
          <p:nvPr>
            <p:ph idx="18" type="pic"/>
          </p:nvPr>
        </p:nvSpPr>
        <p:spPr>
          <a:xfrm>
            <a:off x="1970450" y="2976000"/>
            <a:ext cx="1342200" cy="1342200"/>
          </a:xfrm>
          <a:prstGeom prst="roundRect">
            <a:avLst>
              <a:gd fmla="val 8618" name="adj"/>
            </a:avLst>
          </a:prstGeom>
          <a:noFill/>
          <a:ln>
            <a:noFill/>
          </a:ln>
        </p:spPr>
      </p:sp>
      <p:sp>
        <p:nvSpPr>
          <p:cNvPr id="112" name="Google Shape;112;p14"/>
          <p:cNvSpPr txBox="1"/>
          <p:nvPr>
            <p:ph idx="19" type="subTitle"/>
          </p:nvPr>
        </p:nvSpPr>
        <p:spPr>
          <a:xfrm>
            <a:off x="3652688" y="4416250"/>
            <a:ext cx="10983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113" name="Google Shape;113;p14"/>
          <p:cNvSpPr txBox="1"/>
          <p:nvPr>
            <p:ph idx="20" type="subTitle"/>
          </p:nvPr>
        </p:nvSpPr>
        <p:spPr>
          <a:xfrm>
            <a:off x="3652688" y="4621250"/>
            <a:ext cx="1257300" cy="132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9pPr>
          </a:lstStyle>
          <a:p/>
        </p:txBody>
      </p:sp>
      <p:sp>
        <p:nvSpPr>
          <p:cNvPr id="114" name="Google Shape;114;p14"/>
          <p:cNvSpPr/>
          <p:nvPr>
            <p:ph idx="21" type="pic"/>
          </p:nvPr>
        </p:nvSpPr>
        <p:spPr>
          <a:xfrm>
            <a:off x="3619838" y="2976000"/>
            <a:ext cx="1342200" cy="1342200"/>
          </a:xfrm>
          <a:prstGeom prst="roundRect">
            <a:avLst>
              <a:gd fmla="val 8618" name="adj"/>
            </a:avLst>
          </a:prstGeom>
          <a:noFill/>
          <a:ln>
            <a:noFill/>
          </a:ln>
        </p:spPr>
      </p:sp>
      <p:sp>
        <p:nvSpPr>
          <p:cNvPr id="115" name="Google Shape;115;p14"/>
          <p:cNvSpPr txBox="1"/>
          <p:nvPr>
            <p:ph idx="22" type="subTitle"/>
          </p:nvPr>
        </p:nvSpPr>
        <p:spPr>
          <a:xfrm>
            <a:off x="5302075" y="4416250"/>
            <a:ext cx="10983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116" name="Google Shape;116;p14"/>
          <p:cNvSpPr txBox="1"/>
          <p:nvPr>
            <p:ph idx="23" type="subTitle"/>
          </p:nvPr>
        </p:nvSpPr>
        <p:spPr>
          <a:xfrm>
            <a:off x="5302075" y="4621250"/>
            <a:ext cx="1257300" cy="132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9pPr>
          </a:lstStyle>
          <a:p/>
        </p:txBody>
      </p:sp>
      <p:sp>
        <p:nvSpPr>
          <p:cNvPr id="117" name="Google Shape;117;p14"/>
          <p:cNvSpPr/>
          <p:nvPr>
            <p:ph idx="24" type="pic"/>
          </p:nvPr>
        </p:nvSpPr>
        <p:spPr>
          <a:xfrm>
            <a:off x="5269225" y="2976000"/>
            <a:ext cx="1342200" cy="1342200"/>
          </a:xfrm>
          <a:prstGeom prst="roundRect">
            <a:avLst>
              <a:gd fmla="val 8618" name="adj"/>
            </a:avLst>
          </a:prstGeom>
          <a:noFill/>
          <a:ln>
            <a:noFill/>
          </a:ln>
        </p:spPr>
      </p:sp>
      <p:sp>
        <p:nvSpPr>
          <p:cNvPr id="118" name="Google Shape;118;p14"/>
          <p:cNvSpPr txBox="1"/>
          <p:nvPr>
            <p:ph idx="25" type="subTitle"/>
          </p:nvPr>
        </p:nvSpPr>
        <p:spPr>
          <a:xfrm>
            <a:off x="6951450" y="4416250"/>
            <a:ext cx="1098300" cy="181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Plus Jakarta Sans Medium"/>
              <a:buNone/>
              <a:defRPr sz="1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119" name="Google Shape;119;p14"/>
          <p:cNvSpPr txBox="1"/>
          <p:nvPr>
            <p:ph idx="26" type="subTitle"/>
          </p:nvPr>
        </p:nvSpPr>
        <p:spPr>
          <a:xfrm>
            <a:off x="6951450" y="4621250"/>
            <a:ext cx="1257300" cy="132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000"/>
            </a:lvl9pPr>
          </a:lstStyle>
          <a:p/>
        </p:txBody>
      </p:sp>
      <p:sp>
        <p:nvSpPr>
          <p:cNvPr id="120" name="Google Shape;120;p14"/>
          <p:cNvSpPr/>
          <p:nvPr>
            <p:ph idx="27" type="pic"/>
          </p:nvPr>
        </p:nvSpPr>
        <p:spPr>
          <a:xfrm>
            <a:off x="6918600" y="2976000"/>
            <a:ext cx="1342200" cy="1342200"/>
          </a:xfrm>
          <a:prstGeom prst="roundRect">
            <a:avLst>
              <a:gd fmla="val 8618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personas">
  <p:cSld name="BLANK_1_1_1_1_1_1_1_1_1_1_1_1_1_1_1_1_1_1_1_1_1_1_1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5"/>
          <p:cNvSpPr/>
          <p:nvPr>
            <p:ph idx="2" type="pic"/>
          </p:nvPr>
        </p:nvSpPr>
        <p:spPr>
          <a:xfrm>
            <a:off x="228300" y="912725"/>
            <a:ext cx="1833000" cy="2294100"/>
          </a:xfrm>
          <a:prstGeom prst="roundRect">
            <a:avLst>
              <a:gd fmla="val 12454" name="adj"/>
            </a:avLst>
          </a:prstGeom>
          <a:noFill/>
          <a:ln>
            <a:noFill/>
          </a:ln>
        </p:spPr>
      </p:sp>
      <p:sp>
        <p:nvSpPr>
          <p:cNvPr id="123" name="Google Shape;123;p15"/>
          <p:cNvSpPr/>
          <p:nvPr>
            <p:ph idx="3" type="pic"/>
          </p:nvPr>
        </p:nvSpPr>
        <p:spPr>
          <a:xfrm>
            <a:off x="4781400" y="912725"/>
            <a:ext cx="1833000" cy="2294100"/>
          </a:xfrm>
          <a:prstGeom prst="roundRect">
            <a:avLst>
              <a:gd fmla="val 12454" name="adj"/>
            </a:avLst>
          </a:prstGeom>
          <a:noFill/>
          <a:ln>
            <a:noFill/>
          </a:ln>
        </p:spPr>
      </p:sp>
      <p:sp>
        <p:nvSpPr>
          <p:cNvPr id="124" name="Google Shape;124;p15"/>
          <p:cNvSpPr txBox="1"/>
          <p:nvPr>
            <p:ph idx="1" type="body"/>
          </p:nvPr>
        </p:nvSpPr>
        <p:spPr>
          <a:xfrm>
            <a:off x="2270700" y="968925"/>
            <a:ext cx="2091900" cy="2861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25" name="Google Shape;125;p15"/>
          <p:cNvSpPr txBox="1"/>
          <p:nvPr>
            <p:ph idx="4" type="body"/>
          </p:nvPr>
        </p:nvSpPr>
        <p:spPr>
          <a:xfrm>
            <a:off x="6823800" y="968925"/>
            <a:ext cx="2091900" cy="2861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26" name="Google Shape;126;p15"/>
          <p:cNvSpPr txBox="1"/>
          <p:nvPr>
            <p:ph idx="5" type="subTitle"/>
          </p:nvPr>
        </p:nvSpPr>
        <p:spPr>
          <a:xfrm>
            <a:off x="277650" y="3373825"/>
            <a:ext cx="17256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127" name="Google Shape;127;p15"/>
          <p:cNvSpPr txBox="1"/>
          <p:nvPr>
            <p:ph idx="6" type="subTitle"/>
          </p:nvPr>
        </p:nvSpPr>
        <p:spPr>
          <a:xfrm>
            <a:off x="4835100" y="3373825"/>
            <a:ext cx="17256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Plus Jakarta Sans Medium"/>
              <a:buNone/>
              <a:defRPr>
                <a:solidFill>
                  <a:schemeClr val="accent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oups">
  <p:cSld name="BLANK_1_1_1_1_1_1_1_1_1_1_1_1_1_1_1_1_1_1_1_1_1_1_1_2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6"/>
          <p:cNvSpPr txBox="1"/>
          <p:nvPr>
            <p:ph type="title"/>
          </p:nvPr>
        </p:nvSpPr>
        <p:spPr>
          <a:xfrm>
            <a:off x="228600" y="741875"/>
            <a:ext cx="6480300" cy="4155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000"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130" name="Google Shape;130;p16"/>
          <p:cNvSpPr txBox="1"/>
          <p:nvPr>
            <p:ph idx="1" type="body"/>
          </p:nvPr>
        </p:nvSpPr>
        <p:spPr>
          <a:xfrm>
            <a:off x="228625" y="4191000"/>
            <a:ext cx="1113600" cy="713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000">
                <a:solidFill>
                  <a:schemeClr val="lt2"/>
                </a:solidFill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000">
                <a:solidFill>
                  <a:schemeClr val="lt2"/>
                </a:solidFill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1000"/>
              <a:buFont typeface="Inter"/>
              <a:buChar char="■"/>
              <a:defRPr sz="10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31" name="Google Shape;131;p16"/>
          <p:cNvSpPr/>
          <p:nvPr>
            <p:ph idx="2" type="pic"/>
          </p:nvPr>
        </p:nvSpPr>
        <p:spPr>
          <a:xfrm>
            <a:off x="228575" y="1571250"/>
            <a:ext cx="517500" cy="5175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32" name="Google Shape;132;p16"/>
          <p:cNvSpPr/>
          <p:nvPr>
            <p:ph idx="3" type="pic"/>
          </p:nvPr>
        </p:nvSpPr>
        <p:spPr>
          <a:xfrm>
            <a:off x="824775" y="1571250"/>
            <a:ext cx="517500" cy="5175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33" name="Google Shape;133;p16"/>
          <p:cNvSpPr/>
          <p:nvPr>
            <p:ph idx="4" type="pic"/>
          </p:nvPr>
        </p:nvSpPr>
        <p:spPr>
          <a:xfrm>
            <a:off x="228550" y="2165325"/>
            <a:ext cx="517500" cy="5175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34" name="Google Shape;134;p16"/>
          <p:cNvSpPr/>
          <p:nvPr>
            <p:ph idx="5" type="pic"/>
          </p:nvPr>
        </p:nvSpPr>
        <p:spPr>
          <a:xfrm>
            <a:off x="824750" y="2165325"/>
            <a:ext cx="517500" cy="5175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35" name="Google Shape;135;p16"/>
          <p:cNvSpPr/>
          <p:nvPr>
            <p:ph idx="6" type="pic"/>
          </p:nvPr>
        </p:nvSpPr>
        <p:spPr>
          <a:xfrm>
            <a:off x="228588" y="2759400"/>
            <a:ext cx="517500" cy="5175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36" name="Google Shape;136;p16"/>
          <p:cNvSpPr/>
          <p:nvPr>
            <p:ph idx="7" type="pic"/>
          </p:nvPr>
        </p:nvSpPr>
        <p:spPr>
          <a:xfrm>
            <a:off x="824788" y="2759400"/>
            <a:ext cx="517500" cy="5175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37" name="Google Shape;137;p16"/>
          <p:cNvSpPr/>
          <p:nvPr>
            <p:ph idx="8" type="pic"/>
          </p:nvPr>
        </p:nvSpPr>
        <p:spPr>
          <a:xfrm>
            <a:off x="228563" y="3353475"/>
            <a:ext cx="517500" cy="5175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38" name="Google Shape;138;p16"/>
          <p:cNvSpPr/>
          <p:nvPr>
            <p:ph idx="9" type="pic"/>
          </p:nvPr>
        </p:nvSpPr>
        <p:spPr>
          <a:xfrm>
            <a:off x="824763" y="3353475"/>
            <a:ext cx="517500" cy="5175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BLANK_1_1_1_1_1_1_1_1_1_1_1_1_1_1_1_1_1_1_1_1_1_1_1_1">
    <p:bg>
      <p:bgPr>
        <a:solidFill>
          <a:schemeClr val="accent4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7"/>
          <p:cNvSpPr txBox="1"/>
          <p:nvPr>
            <p:ph type="title"/>
          </p:nvPr>
        </p:nvSpPr>
        <p:spPr>
          <a:xfrm>
            <a:off x="228600" y="228600"/>
            <a:ext cx="64215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2">
  <p:cSld name="BLANK_1_1_1_1_1_1_1_1_1_1_1_1_1_1_1_1_1_1_1_1_1_1_1_1_1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/>
          <p:cNvSpPr txBox="1"/>
          <p:nvPr>
            <p:ph type="title"/>
          </p:nvPr>
        </p:nvSpPr>
        <p:spPr>
          <a:xfrm>
            <a:off x="228600" y="228600"/>
            <a:ext cx="64215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143" name="Google Shape;143;p18"/>
          <p:cNvSpPr txBox="1"/>
          <p:nvPr>
            <p:ph idx="1" type="subTitle"/>
          </p:nvPr>
        </p:nvSpPr>
        <p:spPr>
          <a:xfrm>
            <a:off x="228600" y="952675"/>
            <a:ext cx="6480300" cy="1703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lvl="1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lvl="2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lvl="3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lvl="4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lvl="5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lvl="6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lvl="7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lvl="8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Font typeface="Plus Jakarta Sans"/>
              <a:buNone/>
              <a:defRPr sz="1800"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3">
  <p:cSld name="BLANK_1_1_1_1_1_1_1_1_1_1_1_1_1_1_1_1_1_1_1_1_1_1_1_1_1_1">
    <p:bg>
      <p:bgPr>
        <a:solidFill>
          <a:schemeClr val="accent5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9"/>
          <p:cNvSpPr txBox="1"/>
          <p:nvPr>
            <p:ph type="title"/>
          </p:nvPr>
        </p:nvSpPr>
        <p:spPr>
          <a:xfrm>
            <a:off x="228600" y="228600"/>
            <a:ext cx="64215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146" name="Google Shape;146;p19"/>
          <p:cNvSpPr txBox="1"/>
          <p:nvPr>
            <p:ph idx="1" type="subTitle"/>
          </p:nvPr>
        </p:nvSpPr>
        <p:spPr>
          <a:xfrm>
            <a:off x="228600" y="952675"/>
            <a:ext cx="6480300" cy="1703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Plus Jakarta Sans"/>
              <a:buNone/>
              <a:defRPr sz="1800"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lvl="1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Plus Jakarta Sans"/>
              <a:buNone/>
              <a:defRPr sz="1800"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lvl="2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Plus Jakarta Sans"/>
              <a:buNone/>
              <a:defRPr sz="1800"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lvl="3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Plus Jakarta Sans"/>
              <a:buNone/>
              <a:defRPr sz="1800"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lvl="4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Plus Jakarta Sans"/>
              <a:buNone/>
              <a:defRPr sz="1800"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lvl="5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Plus Jakarta Sans"/>
              <a:buNone/>
              <a:defRPr sz="1800"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lvl="6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Plus Jakarta Sans"/>
              <a:buNone/>
              <a:defRPr sz="1800"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lvl="7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Plus Jakarta Sans"/>
              <a:buNone/>
              <a:defRPr sz="1800"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lvl="8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lt2"/>
              </a:buClr>
              <a:buSzPts val="1800"/>
              <a:buFont typeface="Plus Jakarta Sans"/>
              <a:buNone/>
              <a:defRPr sz="1800">
                <a:solidFill>
                  <a:schemeClr val="lt2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oodboard 1">
  <p:cSld name="BLANK_1_1_1_1_1_1_1_1_1_1_1_1_1_1_1_1_1_1_1_1_1_1_1_1_1_2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/>
          <p:nvPr>
            <p:ph idx="2" type="pic"/>
          </p:nvPr>
        </p:nvSpPr>
        <p:spPr>
          <a:xfrm>
            <a:off x="4577975" y="632250"/>
            <a:ext cx="4349400" cy="4281600"/>
          </a:xfrm>
          <a:prstGeom prst="roundRect">
            <a:avLst>
              <a:gd fmla="val 6217" name="adj"/>
            </a:avLst>
          </a:prstGeom>
          <a:noFill/>
          <a:ln>
            <a:noFill/>
          </a:ln>
        </p:spPr>
      </p:sp>
      <p:sp>
        <p:nvSpPr>
          <p:cNvPr id="149" name="Google Shape;149;p20"/>
          <p:cNvSpPr/>
          <p:nvPr>
            <p:ph idx="3" type="pic"/>
          </p:nvPr>
        </p:nvSpPr>
        <p:spPr>
          <a:xfrm>
            <a:off x="228775" y="2621175"/>
            <a:ext cx="4238400" cy="2293500"/>
          </a:xfrm>
          <a:prstGeom prst="roundRect">
            <a:avLst>
              <a:gd fmla="val 9802" name="adj"/>
            </a:avLst>
          </a:prstGeom>
          <a:noFill/>
          <a:ln>
            <a:noFill/>
          </a:ln>
        </p:spPr>
      </p:sp>
      <p:sp>
        <p:nvSpPr>
          <p:cNvPr id="150" name="Google Shape;150;p20"/>
          <p:cNvSpPr/>
          <p:nvPr>
            <p:ph idx="4" type="pic"/>
          </p:nvPr>
        </p:nvSpPr>
        <p:spPr>
          <a:xfrm>
            <a:off x="228775" y="632025"/>
            <a:ext cx="2068500" cy="1890900"/>
          </a:xfrm>
          <a:prstGeom prst="roundRect">
            <a:avLst>
              <a:gd fmla="val 11889" name="adj"/>
            </a:avLst>
          </a:prstGeom>
          <a:noFill/>
          <a:ln>
            <a:noFill/>
          </a:ln>
        </p:spPr>
      </p:sp>
      <p:sp>
        <p:nvSpPr>
          <p:cNvPr id="151" name="Google Shape;151;p20"/>
          <p:cNvSpPr/>
          <p:nvPr>
            <p:ph idx="5" type="pic"/>
          </p:nvPr>
        </p:nvSpPr>
        <p:spPr>
          <a:xfrm>
            <a:off x="2403375" y="632025"/>
            <a:ext cx="2068500" cy="1890900"/>
          </a:xfrm>
          <a:prstGeom prst="roundRect">
            <a:avLst>
              <a:gd fmla="val 11889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oodboard 2">
  <p:cSld name="BLANK_1_1_1_1_1_1_1_1_1_1_1_1_1_1_1_1_1_1_1_1_1_1_1_1_1_2_1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/>
          <p:nvPr>
            <p:ph idx="2" type="pic"/>
          </p:nvPr>
        </p:nvSpPr>
        <p:spPr>
          <a:xfrm>
            <a:off x="228625" y="632025"/>
            <a:ext cx="2085300" cy="2768700"/>
          </a:xfrm>
          <a:prstGeom prst="round2SameRect">
            <a:avLst>
              <a:gd fmla="val 11780" name="adj1"/>
              <a:gd fmla="val 0" name="adj2"/>
            </a:avLst>
          </a:prstGeom>
          <a:noFill/>
          <a:ln>
            <a:noFill/>
          </a:ln>
        </p:spPr>
      </p:sp>
      <p:sp>
        <p:nvSpPr>
          <p:cNvPr id="154" name="Google Shape;154;p21"/>
          <p:cNvSpPr txBox="1"/>
          <p:nvPr>
            <p:ph idx="1" type="subTitle"/>
          </p:nvPr>
        </p:nvSpPr>
        <p:spPr>
          <a:xfrm>
            <a:off x="401700" y="3568050"/>
            <a:ext cx="1702200" cy="37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155" name="Google Shape;155;p21"/>
          <p:cNvSpPr/>
          <p:nvPr>
            <p:ph idx="3" type="pic"/>
          </p:nvPr>
        </p:nvSpPr>
        <p:spPr>
          <a:xfrm>
            <a:off x="2429113" y="631925"/>
            <a:ext cx="2085300" cy="2768700"/>
          </a:xfrm>
          <a:prstGeom prst="round2SameRect">
            <a:avLst>
              <a:gd fmla="val 11780" name="adj1"/>
              <a:gd fmla="val 0" name="adj2"/>
            </a:avLst>
          </a:prstGeom>
          <a:noFill/>
          <a:ln>
            <a:noFill/>
          </a:ln>
        </p:spPr>
      </p:sp>
      <p:sp>
        <p:nvSpPr>
          <p:cNvPr id="156" name="Google Shape;156;p21"/>
          <p:cNvSpPr txBox="1"/>
          <p:nvPr>
            <p:ph idx="4" type="subTitle"/>
          </p:nvPr>
        </p:nvSpPr>
        <p:spPr>
          <a:xfrm>
            <a:off x="2602188" y="3567950"/>
            <a:ext cx="1702200" cy="37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157" name="Google Shape;157;p21"/>
          <p:cNvSpPr/>
          <p:nvPr>
            <p:ph idx="5" type="pic"/>
          </p:nvPr>
        </p:nvSpPr>
        <p:spPr>
          <a:xfrm>
            <a:off x="4629600" y="631925"/>
            <a:ext cx="2085300" cy="2768700"/>
          </a:xfrm>
          <a:prstGeom prst="round2SameRect">
            <a:avLst>
              <a:gd fmla="val 11780" name="adj1"/>
              <a:gd fmla="val 0" name="adj2"/>
            </a:avLst>
          </a:prstGeom>
          <a:noFill/>
          <a:ln>
            <a:noFill/>
          </a:ln>
        </p:spPr>
      </p:sp>
      <p:sp>
        <p:nvSpPr>
          <p:cNvPr id="158" name="Google Shape;158;p21"/>
          <p:cNvSpPr txBox="1"/>
          <p:nvPr>
            <p:ph idx="6" type="subTitle"/>
          </p:nvPr>
        </p:nvSpPr>
        <p:spPr>
          <a:xfrm>
            <a:off x="4802675" y="3567950"/>
            <a:ext cx="1702200" cy="37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id="159" name="Google Shape;159;p21"/>
          <p:cNvSpPr/>
          <p:nvPr>
            <p:ph idx="7" type="pic"/>
          </p:nvPr>
        </p:nvSpPr>
        <p:spPr>
          <a:xfrm>
            <a:off x="6830075" y="632025"/>
            <a:ext cx="2085300" cy="2768700"/>
          </a:xfrm>
          <a:prstGeom prst="round2SameRect">
            <a:avLst>
              <a:gd fmla="val 11780" name="adj1"/>
              <a:gd fmla="val 0" name="adj2"/>
            </a:avLst>
          </a:prstGeom>
          <a:noFill/>
          <a:ln>
            <a:noFill/>
          </a:ln>
        </p:spPr>
      </p:sp>
      <p:sp>
        <p:nvSpPr>
          <p:cNvPr id="160" name="Google Shape;160;p21"/>
          <p:cNvSpPr txBox="1"/>
          <p:nvPr>
            <p:ph idx="8" type="subTitle"/>
          </p:nvPr>
        </p:nvSpPr>
        <p:spPr>
          <a:xfrm>
            <a:off x="7003150" y="3568050"/>
            <a:ext cx="1702200" cy="377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200"/>
              <a:buFont typeface="Plus Jakarta Sans Medium"/>
              <a:buNone/>
              <a:defRPr>
                <a:solidFill>
                  <a:schemeClr val="dk1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>
  <p:cSld name="TITLE_1_1_4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2"/>
          <p:cNvSpPr/>
          <p:nvPr/>
        </p:nvSpPr>
        <p:spPr>
          <a:xfrm>
            <a:off x="6625332" y="229950"/>
            <a:ext cx="2283000" cy="2283000"/>
          </a:xfrm>
          <a:prstGeom prst="roundRect">
            <a:avLst>
              <a:gd fmla="val 12219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63" name="Google Shape;163;p22"/>
          <p:cNvSpPr/>
          <p:nvPr/>
        </p:nvSpPr>
        <p:spPr>
          <a:xfrm>
            <a:off x="235213" y="229950"/>
            <a:ext cx="6282300" cy="4683600"/>
          </a:xfrm>
          <a:prstGeom prst="roundRect">
            <a:avLst>
              <a:gd fmla="val 5845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64" name="Google Shape;164;p22"/>
          <p:cNvSpPr/>
          <p:nvPr/>
        </p:nvSpPr>
        <p:spPr>
          <a:xfrm>
            <a:off x="6625786" y="2630415"/>
            <a:ext cx="2283000" cy="2283000"/>
          </a:xfrm>
          <a:prstGeom prst="roundRect">
            <a:avLst>
              <a:gd fmla="val 12219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22"/>
          <p:cNvSpPr txBox="1"/>
          <p:nvPr>
            <p:ph type="title"/>
          </p:nvPr>
        </p:nvSpPr>
        <p:spPr>
          <a:xfrm>
            <a:off x="570013" y="3961157"/>
            <a:ext cx="5582100" cy="60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accent4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/>
        </p:txBody>
      </p:sp>
      <p:sp>
        <p:nvSpPr>
          <p:cNvPr descr="A donut shape" id="166" name="Google Shape;166;p22"/>
          <p:cNvSpPr/>
          <p:nvPr/>
        </p:nvSpPr>
        <p:spPr>
          <a:xfrm>
            <a:off x="7134588" y="3139675"/>
            <a:ext cx="1264500" cy="1264500"/>
          </a:xfrm>
          <a:prstGeom prst="donut">
            <a:avLst>
              <a:gd fmla="val 2500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descr="A star icon" id="167" name="Google Shape;167;p22"/>
          <p:cNvSpPr/>
          <p:nvPr/>
        </p:nvSpPr>
        <p:spPr>
          <a:xfrm>
            <a:off x="7092288" y="697800"/>
            <a:ext cx="1349100" cy="1347300"/>
          </a:xfrm>
          <a:prstGeom prst="plaque">
            <a:avLst>
              <a:gd fmla="val 44918" name="adj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cussion">
  <p:cSld name="CUSTOM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3"/>
          <p:cNvSpPr/>
          <p:nvPr/>
        </p:nvSpPr>
        <p:spPr>
          <a:xfrm rot="5400000">
            <a:off x="-285900" y="285900"/>
            <a:ext cx="5143500" cy="4571700"/>
          </a:xfrm>
          <a:prstGeom prst="round2SameRect">
            <a:avLst>
              <a:gd fmla="val 6890" name="adj1"/>
              <a:gd fmla="val 0" name="adj2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70" name="Google Shape;170;p23"/>
          <p:cNvSpPr txBox="1"/>
          <p:nvPr>
            <p:ph idx="1" type="subTitle"/>
          </p:nvPr>
        </p:nvSpPr>
        <p:spPr>
          <a:xfrm>
            <a:off x="293700" y="295600"/>
            <a:ext cx="772500" cy="16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0"/>
              <a:buNone/>
              <a:defRPr sz="10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71" name="Google Shape;171;p23"/>
          <p:cNvSpPr txBox="1"/>
          <p:nvPr>
            <p:ph idx="2" type="subTitle"/>
          </p:nvPr>
        </p:nvSpPr>
        <p:spPr>
          <a:xfrm>
            <a:off x="4810050" y="462400"/>
            <a:ext cx="4048500" cy="440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72" name="Google Shape;172;p23"/>
          <p:cNvSpPr txBox="1"/>
          <p:nvPr>
            <p:ph idx="3" type="subTitle"/>
          </p:nvPr>
        </p:nvSpPr>
        <p:spPr>
          <a:xfrm>
            <a:off x="4810050" y="1406975"/>
            <a:ext cx="4048500" cy="440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73" name="Google Shape;173;p23"/>
          <p:cNvSpPr txBox="1"/>
          <p:nvPr>
            <p:ph idx="4" type="subTitle"/>
          </p:nvPr>
        </p:nvSpPr>
        <p:spPr>
          <a:xfrm>
            <a:off x="4810050" y="2351550"/>
            <a:ext cx="4048500" cy="440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74" name="Google Shape;174;p23"/>
          <p:cNvSpPr txBox="1"/>
          <p:nvPr>
            <p:ph idx="5" type="subTitle"/>
          </p:nvPr>
        </p:nvSpPr>
        <p:spPr>
          <a:xfrm>
            <a:off x="4810050" y="3296125"/>
            <a:ext cx="4048500" cy="440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75" name="Google Shape;175;p23"/>
          <p:cNvSpPr txBox="1"/>
          <p:nvPr>
            <p:ph idx="6" type="subTitle"/>
          </p:nvPr>
        </p:nvSpPr>
        <p:spPr>
          <a:xfrm>
            <a:off x="4810050" y="4240700"/>
            <a:ext cx="4048500" cy="440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76" name="Google Shape;176;p23"/>
          <p:cNvSpPr txBox="1"/>
          <p:nvPr>
            <p:ph type="title"/>
          </p:nvPr>
        </p:nvSpPr>
        <p:spPr>
          <a:xfrm>
            <a:off x="228600" y="1001425"/>
            <a:ext cx="3912900" cy="2487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User journey ">
  <p:cSld name="CUSTOM_1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4"/>
          <p:cNvSpPr/>
          <p:nvPr/>
        </p:nvSpPr>
        <p:spPr>
          <a:xfrm>
            <a:off x="228600" y="229900"/>
            <a:ext cx="992400" cy="292800"/>
          </a:xfrm>
          <a:prstGeom prst="roundRect">
            <a:avLst>
              <a:gd fmla="val 26895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rPr>
              <a:t>User journey</a:t>
            </a:r>
            <a:endParaRPr sz="1000">
              <a:solidFill>
                <a:schemeClr val="accent3"/>
              </a:solidFill>
              <a:latin typeface="Plus Jakarta Sans Medium"/>
              <a:ea typeface="Plus Jakarta Sans Medium"/>
              <a:cs typeface="Plus Jakarta Sans Medium"/>
              <a:sym typeface="Plus Jakarta Sans Medium"/>
            </a:endParaRPr>
          </a:p>
        </p:txBody>
      </p:sp>
      <p:sp>
        <p:nvSpPr>
          <p:cNvPr id="179" name="Google Shape;179;p24"/>
          <p:cNvSpPr/>
          <p:nvPr>
            <p:ph idx="2" type="pic"/>
          </p:nvPr>
        </p:nvSpPr>
        <p:spPr>
          <a:xfrm>
            <a:off x="230700" y="911875"/>
            <a:ext cx="1751400" cy="2634000"/>
          </a:xfrm>
          <a:prstGeom prst="round2SameRect">
            <a:avLst>
              <a:gd fmla="val 12650" name="adj1"/>
              <a:gd fmla="val 0" name="adj2"/>
            </a:avLst>
          </a:prstGeom>
          <a:noFill/>
          <a:ln>
            <a:noFill/>
          </a:ln>
        </p:spPr>
      </p:sp>
      <p:sp>
        <p:nvSpPr>
          <p:cNvPr id="180" name="Google Shape;180;p24"/>
          <p:cNvSpPr txBox="1"/>
          <p:nvPr>
            <p:ph idx="1" type="subTitle"/>
          </p:nvPr>
        </p:nvSpPr>
        <p:spPr>
          <a:xfrm>
            <a:off x="314750" y="3677475"/>
            <a:ext cx="1565400" cy="38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1" name="Google Shape;181;p24"/>
          <p:cNvSpPr/>
          <p:nvPr>
            <p:ph idx="3" type="pic"/>
          </p:nvPr>
        </p:nvSpPr>
        <p:spPr>
          <a:xfrm>
            <a:off x="2867100" y="480475"/>
            <a:ext cx="1746300" cy="1337400"/>
          </a:xfrm>
          <a:prstGeom prst="round2SameRect">
            <a:avLst>
              <a:gd fmla="val 11765" name="adj1"/>
              <a:gd fmla="val 0" name="adj2"/>
            </a:avLst>
          </a:prstGeom>
          <a:noFill/>
          <a:ln>
            <a:noFill/>
          </a:ln>
        </p:spPr>
      </p:sp>
      <p:sp>
        <p:nvSpPr>
          <p:cNvPr id="182" name="Google Shape;182;p24"/>
          <p:cNvSpPr/>
          <p:nvPr>
            <p:ph idx="4" type="pic"/>
          </p:nvPr>
        </p:nvSpPr>
        <p:spPr>
          <a:xfrm>
            <a:off x="2867100" y="2804388"/>
            <a:ext cx="1746300" cy="1337400"/>
          </a:xfrm>
          <a:prstGeom prst="round2SameRect">
            <a:avLst>
              <a:gd fmla="val 11765" name="adj1"/>
              <a:gd fmla="val 0" name="adj2"/>
            </a:avLst>
          </a:prstGeom>
          <a:noFill/>
          <a:ln>
            <a:noFill/>
          </a:ln>
        </p:spPr>
      </p:sp>
      <p:sp>
        <p:nvSpPr>
          <p:cNvPr id="183" name="Google Shape;183;p24"/>
          <p:cNvSpPr/>
          <p:nvPr>
            <p:ph idx="5" type="pic"/>
          </p:nvPr>
        </p:nvSpPr>
        <p:spPr>
          <a:xfrm rot="-5400000">
            <a:off x="5934450" y="-27825"/>
            <a:ext cx="1344300" cy="2202000"/>
          </a:xfrm>
          <a:prstGeom prst="round2SameRect">
            <a:avLst>
              <a:gd fmla="val 9438" name="adj1"/>
              <a:gd fmla="val 0" name="adj2"/>
            </a:avLst>
          </a:prstGeom>
          <a:noFill/>
          <a:ln>
            <a:noFill/>
          </a:ln>
        </p:spPr>
      </p:sp>
      <p:sp>
        <p:nvSpPr>
          <p:cNvPr id="184" name="Google Shape;184;p24"/>
          <p:cNvSpPr/>
          <p:nvPr>
            <p:ph idx="6" type="pic"/>
          </p:nvPr>
        </p:nvSpPr>
        <p:spPr>
          <a:xfrm rot="-5400000">
            <a:off x="5934450" y="1470950"/>
            <a:ext cx="1344300" cy="2202000"/>
          </a:xfrm>
          <a:prstGeom prst="round2SameRect">
            <a:avLst>
              <a:gd fmla="val 9438" name="adj1"/>
              <a:gd fmla="val 0" name="adj2"/>
            </a:avLst>
          </a:prstGeom>
          <a:noFill/>
          <a:ln>
            <a:noFill/>
          </a:ln>
        </p:spPr>
      </p:sp>
      <p:sp>
        <p:nvSpPr>
          <p:cNvPr id="185" name="Google Shape;185;p24"/>
          <p:cNvSpPr/>
          <p:nvPr>
            <p:ph idx="7" type="pic"/>
          </p:nvPr>
        </p:nvSpPr>
        <p:spPr>
          <a:xfrm rot="-5400000">
            <a:off x="5934450" y="2969725"/>
            <a:ext cx="1344300" cy="2202000"/>
          </a:xfrm>
          <a:prstGeom prst="round2SameRect">
            <a:avLst>
              <a:gd fmla="val 9438" name="adj1"/>
              <a:gd fmla="val 0" name="adj2"/>
            </a:avLst>
          </a:prstGeom>
          <a:noFill/>
          <a:ln>
            <a:noFill/>
          </a:ln>
        </p:spPr>
      </p:sp>
      <p:sp>
        <p:nvSpPr>
          <p:cNvPr id="186" name="Google Shape;186;p24"/>
          <p:cNvSpPr txBox="1"/>
          <p:nvPr>
            <p:ph idx="8" type="subTitle"/>
          </p:nvPr>
        </p:nvSpPr>
        <p:spPr>
          <a:xfrm>
            <a:off x="2961150" y="1899800"/>
            <a:ext cx="1565400" cy="38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7" name="Google Shape;187;p24"/>
          <p:cNvSpPr txBox="1"/>
          <p:nvPr>
            <p:ph idx="9" type="subTitle"/>
          </p:nvPr>
        </p:nvSpPr>
        <p:spPr>
          <a:xfrm>
            <a:off x="2961150" y="4252075"/>
            <a:ext cx="1565400" cy="38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8" name="Google Shape;188;p24"/>
          <p:cNvSpPr txBox="1"/>
          <p:nvPr>
            <p:ph idx="13" type="subTitle"/>
          </p:nvPr>
        </p:nvSpPr>
        <p:spPr>
          <a:xfrm>
            <a:off x="7827000" y="522700"/>
            <a:ext cx="952500" cy="10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89" name="Google Shape;189;p24"/>
          <p:cNvSpPr txBox="1"/>
          <p:nvPr>
            <p:ph idx="14" type="subTitle"/>
          </p:nvPr>
        </p:nvSpPr>
        <p:spPr>
          <a:xfrm>
            <a:off x="7827000" y="2036750"/>
            <a:ext cx="952500" cy="10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90" name="Google Shape;190;p24"/>
          <p:cNvSpPr txBox="1"/>
          <p:nvPr>
            <p:ph idx="15" type="subTitle"/>
          </p:nvPr>
        </p:nvSpPr>
        <p:spPr>
          <a:xfrm>
            <a:off x="7827000" y="3550800"/>
            <a:ext cx="952500" cy="1070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User journey ALT 1">
  <p:cSld name="CUSTOM_2"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5"/>
          <p:cNvSpPr/>
          <p:nvPr/>
        </p:nvSpPr>
        <p:spPr>
          <a:xfrm>
            <a:off x="228600" y="229900"/>
            <a:ext cx="992400" cy="292800"/>
          </a:xfrm>
          <a:prstGeom prst="roundRect">
            <a:avLst>
              <a:gd fmla="val 26895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3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rPr>
              <a:t>User journey</a:t>
            </a:r>
            <a:endParaRPr sz="1000">
              <a:solidFill>
                <a:schemeClr val="accent3"/>
              </a:solidFill>
              <a:latin typeface="Plus Jakarta Sans Medium"/>
              <a:ea typeface="Plus Jakarta Sans Medium"/>
              <a:cs typeface="Plus Jakarta Sans Medium"/>
              <a:sym typeface="Plus Jakarta Sans Medium"/>
            </a:endParaRPr>
          </a:p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347850" y="1888450"/>
            <a:ext cx="1780800" cy="1432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Inter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4" name="Google Shape;194;p25"/>
          <p:cNvSpPr txBox="1"/>
          <p:nvPr>
            <p:ph idx="2" type="body"/>
          </p:nvPr>
        </p:nvSpPr>
        <p:spPr>
          <a:xfrm>
            <a:off x="6079400" y="405850"/>
            <a:ext cx="2683500" cy="77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9pPr>
          </a:lstStyle>
          <a:p/>
        </p:txBody>
      </p:sp>
      <p:sp>
        <p:nvSpPr>
          <p:cNvPr id="195" name="Google Shape;195;p25"/>
          <p:cNvSpPr txBox="1"/>
          <p:nvPr>
            <p:ph idx="3" type="body"/>
          </p:nvPr>
        </p:nvSpPr>
        <p:spPr>
          <a:xfrm>
            <a:off x="6079400" y="1606817"/>
            <a:ext cx="2683500" cy="77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9pPr>
          </a:lstStyle>
          <a:p/>
        </p:txBody>
      </p:sp>
      <p:sp>
        <p:nvSpPr>
          <p:cNvPr id="196" name="Google Shape;196;p25"/>
          <p:cNvSpPr txBox="1"/>
          <p:nvPr>
            <p:ph idx="4" type="body"/>
          </p:nvPr>
        </p:nvSpPr>
        <p:spPr>
          <a:xfrm>
            <a:off x="6079400" y="2807783"/>
            <a:ext cx="2683500" cy="77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9pPr>
          </a:lstStyle>
          <a:p/>
        </p:txBody>
      </p:sp>
      <p:sp>
        <p:nvSpPr>
          <p:cNvPr id="197" name="Google Shape;197;p25"/>
          <p:cNvSpPr txBox="1"/>
          <p:nvPr>
            <p:ph idx="5" type="body"/>
          </p:nvPr>
        </p:nvSpPr>
        <p:spPr>
          <a:xfrm>
            <a:off x="6079400" y="4008750"/>
            <a:ext cx="2683500" cy="778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9pPr>
          </a:lstStyle>
          <a:p/>
        </p:txBody>
      </p:sp>
      <p:sp>
        <p:nvSpPr>
          <p:cNvPr id="198" name="Google Shape;198;p25"/>
          <p:cNvSpPr txBox="1"/>
          <p:nvPr>
            <p:ph idx="6" type="body"/>
          </p:nvPr>
        </p:nvSpPr>
        <p:spPr>
          <a:xfrm>
            <a:off x="3213625" y="662625"/>
            <a:ext cx="1780800" cy="1432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9pPr>
          </a:lstStyle>
          <a:p/>
        </p:txBody>
      </p:sp>
      <p:sp>
        <p:nvSpPr>
          <p:cNvPr id="199" name="Google Shape;199;p25"/>
          <p:cNvSpPr txBox="1"/>
          <p:nvPr>
            <p:ph idx="7" type="body"/>
          </p:nvPr>
        </p:nvSpPr>
        <p:spPr>
          <a:xfrm>
            <a:off x="3213625" y="3056300"/>
            <a:ext cx="1780800" cy="1432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■"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4" name="Google Shape;204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2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8" name="Google Shape;208;p2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13" name="Google Shape;213;p3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18" name="Google Shape;218;p3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9" name="Google Shape;219;p3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24" name="Google Shape;224;p3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5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7" name="Google Shape;227;p35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28" name="Google Shape;228;p35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29" name="Google Shape;229;p35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30" name="Google Shape;230;p35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31" name="Google Shape;231;p35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32" name="Google Shape;232;p35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36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36" name="Google Shape;236;p36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7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39" name="Google Shape;239;p37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40" name="Google Shape;240;p37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41" name="Google Shape;241;p37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42" name="Google Shape;242;p37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45" name="Google Shape;245;p38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46" name="Google Shape;246;p38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47" name="Google Shape;247;p38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48" name="Google Shape;248;p38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49" name="Google Shape;249;p38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50" name="Google Shape;250;p38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3" name="Google Shape;253;p39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4" name="Google Shape;254;p39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5" name="Google Shape;255;p39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6" name="Google Shape;256;p39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57" name="Google Shape;257;p39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58" name="Google Shape;258;p39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59" name="Google Shape;259;p39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60" name="Google Shape;260;p39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40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6" name="Google Shape;266;p41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267" name="Google Shape;267;p41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268" name="Google Shape;268;p41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9" name="Google Shape;269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0" name="Google Shape;270;p41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71" name="Google Shape;271;p41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2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4" name="Google Shape;274;p42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275" name="Google Shape;275;p42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276" name="Google Shape;276;p42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7" name="Google Shape;277;p42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278" name="Google Shape;278;p42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9" name="Google Shape;279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0" name="Google Shape;280;p42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81" name="Google Shape;281;p42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82" name="Google Shape;282;p42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3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287" name="Google Shape;287;p44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288" name="Google Shape;288;p44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289" name="Google Shape;289;p44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290" name="Google Shape;290;p44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291" name="Google Shape;291;p44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292" name="Google Shape;292;p44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3" name="Google Shape;293;p44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294" name="Google Shape;294;p44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295" name="Google Shape;295;p44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22.xml"/><Relationship Id="rId44" Type="http://schemas.openxmlformats.org/officeDocument/2006/relationships/theme" Target="../theme/theme1.xml"/><Relationship Id="rId21" Type="http://schemas.openxmlformats.org/officeDocument/2006/relationships/slideLayout" Target="../slideLayouts/slideLayout21.xml"/><Relationship Id="rId43" Type="http://schemas.openxmlformats.org/officeDocument/2006/relationships/slideLayout" Target="../slideLayouts/slideLayout43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41375" y="356475"/>
            <a:ext cx="28602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"/>
              <a:buNone/>
              <a:defRPr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"/>
              <a:buNone/>
              <a:defRPr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"/>
              <a:buNone/>
              <a:defRPr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"/>
              <a:buNone/>
              <a:defRPr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"/>
              <a:buNone/>
              <a:defRPr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"/>
              <a:buNone/>
              <a:defRPr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"/>
              <a:buNone/>
              <a:defRPr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"/>
              <a:buNone/>
              <a:defRPr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"/>
              <a:buNone/>
              <a:defRPr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77400" y="1551575"/>
            <a:ext cx="5666400" cy="24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orient="horz" pos="144">
          <p15:clr>
            <a:srgbClr val="E46962"/>
          </p15:clr>
        </p15:guide>
        <p15:guide id="3" pos="144">
          <p15:clr>
            <a:srgbClr val="E46962"/>
          </p15:clr>
        </p15:guide>
        <p15:guide id="4" orient="horz" pos="3096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5"/>
          <p:cNvSpPr txBox="1"/>
          <p:nvPr>
            <p:ph idx="1" type="subTitle"/>
          </p:nvPr>
        </p:nvSpPr>
        <p:spPr>
          <a:xfrm>
            <a:off x="4897375" y="2609925"/>
            <a:ext cx="3679800" cy="609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Rachit Rahul Das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Mihnea Popescu</a:t>
            </a:r>
            <a:endParaRPr/>
          </a:p>
        </p:txBody>
      </p:sp>
      <p:sp>
        <p:nvSpPr>
          <p:cNvPr id="301" name="Google Shape;301;p45"/>
          <p:cNvSpPr txBox="1"/>
          <p:nvPr>
            <p:ph type="title"/>
          </p:nvPr>
        </p:nvSpPr>
        <p:spPr>
          <a:xfrm>
            <a:off x="563400" y="3695700"/>
            <a:ext cx="3679800" cy="938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Hammer CLI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6"/>
          <p:cNvSpPr txBox="1"/>
          <p:nvPr>
            <p:ph type="title"/>
          </p:nvPr>
        </p:nvSpPr>
        <p:spPr>
          <a:xfrm>
            <a:off x="228600" y="228600"/>
            <a:ext cx="6421500" cy="554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Outline</a:t>
            </a:r>
            <a:endParaRPr/>
          </a:p>
        </p:txBody>
      </p:sp>
      <p:sp>
        <p:nvSpPr>
          <p:cNvPr id="307" name="Google Shape;307;p46"/>
          <p:cNvSpPr txBox="1"/>
          <p:nvPr>
            <p:ph idx="1" type="subTitle"/>
          </p:nvPr>
        </p:nvSpPr>
        <p:spPr>
          <a:xfrm>
            <a:off x="228600" y="952675"/>
            <a:ext cx="8120400" cy="1703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Hammer CLI is a comprehensive auction management platform designed to serve both bidders and auctioneers through an intuitive command-line interface. The system empowers customers with intelligent bidding capabilities, featuring an innovative price estimation tool that provides data-driven insights into item valuations, helping users make informed purchasing decisions. Customers can seamlessly browse and participate in active auctions in real-time. For auctioneers, Hammer CLI streamlines auction operations by enabling efficient auction creation, providing analytics on trending items and sales performance, and offering real-time tracking of bids and winners. By combining buyer intelligence tools with robust seller management features, Hammer CLI delivers a dual-sided solution that enhances transparency and efficiency in the auction marketplace.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/>
          </a:p>
        </p:txBody>
      </p:sp>
      <p:grpSp>
        <p:nvGrpSpPr>
          <p:cNvPr id="308" name="Google Shape;308;p46"/>
          <p:cNvGrpSpPr/>
          <p:nvPr/>
        </p:nvGrpSpPr>
        <p:grpSpPr>
          <a:xfrm>
            <a:off x="8349009" y="4345925"/>
            <a:ext cx="566400" cy="566400"/>
            <a:chOff x="8349009" y="4345925"/>
            <a:chExt cx="566400" cy="566400"/>
          </a:xfrm>
        </p:grpSpPr>
        <p:sp>
          <p:nvSpPr>
            <p:cNvPr id="309" name="Google Shape;309;p46"/>
            <p:cNvSpPr/>
            <p:nvPr/>
          </p:nvSpPr>
          <p:spPr>
            <a:xfrm>
              <a:off x="8349009" y="4345925"/>
              <a:ext cx="566400" cy="566400"/>
            </a:xfrm>
            <a:prstGeom prst="roundRect">
              <a:avLst>
                <a:gd fmla="val 22469" name="adj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310" name="Google Shape;310;p46"/>
            <p:cNvGrpSpPr/>
            <p:nvPr/>
          </p:nvGrpSpPr>
          <p:grpSpPr>
            <a:xfrm>
              <a:off x="8354096" y="4502968"/>
              <a:ext cx="556205" cy="252332"/>
              <a:chOff x="4571989" y="769200"/>
              <a:chExt cx="2320422" cy="1052700"/>
            </a:xfrm>
          </p:grpSpPr>
          <p:sp>
            <p:nvSpPr>
              <p:cNvPr id="311" name="Google Shape;311;p46"/>
              <p:cNvSpPr/>
              <p:nvPr/>
            </p:nvSpPr>
            <p:spPr>
              <a:xfrm>
                <a:off x="5691810" y="769200"/>
                <a:ext cx="1200600" cy="1052700"/>
              </a:xfrm>
              <a:prstGeom prst="pie">
                <a:avLst>
                  <a:gd fmla="val 5410573" name="adj1"/>
                  <a:gd fmla="val 16200000" name="adj2"/>
                </a:avLst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312" name="Google Shape;312;p46"/>
              <p:cNvSpPr/>
              <p:nvPr/>
            </p:nvSpPr>
            <p:spPr>
              <a:xfrm flipH="1">
                <a:off x="4571989" y="769200"/>
                <a:ext cx="1200600" cy="1052700"/>
              </a:xfrm>
              <a:prstGeom prst="pie">
                <a:avLst>
                  <a:gd fmla="val 5410573" name="adj1"/>
                  <a:gd fmla="val 16200000" name="adj2"/>
                </a:avLst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7"/>
          <p:cNvSpPr txBox="1"/>
          <p:nvPr>
            <p:ph type="title"/>
          </p:nvPr>
        </p:nvSpPr>
        <p:spPr>
          <a:xfrm>
            <a:off x="228600" y="228600"/>
            <a:ext cx="6421500" cy="554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Case</a:t>
            </a:r>
            <a:endParaRPr/>
          </a:p>
        </p:txBody>
      </p:sp>
      <p:grpSp>
        <p:nvGrpSpPr>
          <p:cNvPr id="318" name="Google Shape;318;p47"/>
          <p:cNvGrpSpPr/>
          <p:nvPr/>
        </p:nvGrpSpPr>
        <p:grpSpPr>
          <a:xfrm>
            <a:off x="8349009" y="4345925"/>
            <a:ext cx="566400" cy="566400"/>
            <a:chOff x="8349009" y="4345925"/>
            <a:chExt cx="566400" cy="566400"/>
          </a:xfrm>
        </p:grpSpPr>
        <p:sp>
          <p:nvSpPr>
            <p:cNvPr id="319" name="Google Shape;319;p47"/>
            <p:cNvSpPr/>
            <p:nvPr/>
          </p:nvSpPr>
          <p:spPr>
            <a:xfrm>
              <a:off x="8349009" y="4345925"/>
              <a:ext cx="566400" cy="566400"/>
            </a:xfrm>
            <a:prstGeom prst="roundRect">
              <a:avLst>
                <a:gd fmla="val 22469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  <p:grpSp>
          <p:nvGrpSpPr>
            <p:cNvPr id="320" name="Google Shape;320;p47"/>
            <p:cNvGrpSpPr/>
            <p:nvPr/>
          </p:nvGrpSpPr>
          <p:grpSpPr>
            <a:xfrm>
              <a:off x="8518721" y="4521773"/>
              <a:ext cx="226973" cy="214726"/>
              <a:chOff x="7312075" y="834700"/>
              <a:chExt cx="1022400" cy="966799"/>
            </a:xfrm>
          </p:grpSpPr>
          <p:sp>
            <p:nvSpPr>
              <p:cNvPr id="321" name="Google Shape;321;p47"/>
              <p:cNvSpPr/>
              <p:nvPr/>
            </p:nvSpPr>
            <p:spPr>
              <a:xfrm>
                <a:off x="7312075" y="834700"/>
                <a:ext cx="1022400" cy="438000"/>
              </a:xfrm>
              <a:prstGeom prst="roundRect">
                <a:avLst>
                  <a:gd fmla="val 50000" name="adj"/>
                </a:avLst>
              </a:prstGeom>
              <a:noFill/>
              <a:ln cap="flat" cmpd="sng" w="3810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endParaRPr>
              </a:p>
            </p:txBody>
          </p:sp>
          <p:sp>
            <p:nvSpPr>
              <p:cNvPr id="322" name="Google Shape;322;p47"/>
              <p:cNvSpPr/>
              <p:nvPr/>
            </p:nvSpPr>
            <p:spPr>
              <a:xfrm>
                <a:off x="7312075" y="1363499"/>
                <a:ext cx="1022400" cy="438000"/>
              </a:xfrm>
              <a:prstGeom prst="roundRect">
                <a:avLst>
                  <a:gd fmla="val 50000" name="adj"/>
                </a:avLst>
              </a:prstGeom>
              <a:noFill/>
              <a:ln cap="flat" cmpd="sng" w="3810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endParaRPr>
              </a:p>
            </p:txBody>
          </p:sp>
        </p:grpSp>
      </p:grpSp>
      <p:pic>
        <p:nvPicPr>
          <p:cNvPr id="323" name="Google Shape;323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75325" y="782700"/>
            <a:ext cx="3793338" cy="4056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8"/>
          <p:cNvSpPr txBox="1"/>
          <p:nvPr>
            <p:ph type="title"/>
          </p:nvPr>
        </p:nvSpPr>
        <p:spPr>
          <a:xfrm>
            <a:off x="228600" y="228600"/>
            <a:ext cx="6421500" cy="554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Place Bid</a:t>
            </a:r>
            <a:endParaRPr/>
          </a:p>
        </p:txBody>
      </p:sp>
      <p:grpSp>
        <p:nvGrpSpPr>
          <p:cNvPr id="329" name="Google Shape;329;p48"/>
          <p:cNvGrpSpPr/>
          <p:nvPr/>
        </p:nvGrpSpPr>
        <p:grpSpPr>
          <a:xfrm>
            <a:off x="8349009" y="4345925"/>
            <a:ext cx="566400" cy="566400"/>
            <a:chOff x="8349009" y="4345925"/>
            <a:chExt cx="566400" cy="566400"/>
          </a:xfrm>
        </p:grpSpPr>
        <p:sp>
          <p:nvSpPr>
            <p:cNvPr id="330" name="Google Shape;330;p48"/>
            <p:cNvSpPr/>
            <p:nvPr/>
          </p:nvSpPr>
          <p:spPr>
            <a:xfrm>
              <a:off x="8349009" y="4345925"/>
              <a:ext cx="566400" cy="566400"/>
            </a:xfrm>
            <a:prstGeom prst="roundRect">
              <a:avLst>
                <a:gd fmla="val 22469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  <p:grpSp>
          <p:nvGrpSpPr>
            <p:cNvPr id="331" name="Google Shape;331;p48"/>
            <p:cNvGrpSpPr/>
            <p:nvPr/>
          </p:nvGrpSpPr>
          <p:grpSpPr>
            <a:xfrm>
              <a:off x="8518721" y="4521773"/>
              <a:ext cx="226973" cy="214726"/>
              <a:chOff x="7312075" y="834700"/>
              <a:chExt cx="1022400" cy="966799"/>
            </a:xfrm>
          </p:grpSpPr>
          <p:sp>
            <p:nvSpPr>
              <p:cNvPr id="332" name="Google Shape;332;p48"/>
              <p:cNvSpPr/>
              <p:nvPr/>
            </p:nvSpPr>
            <p:spPr>
              <a:xfrm>
                <a:off x="7312075" y="834700"/>
                <a:ext cx="1022400" cy="438000"/>
              </a:xfrm>
              <a:prstGeom prst="roundRect">
                <a:avLst>
                  <a:gd fmla="val 50000" name="adj"/>
                </a:avLst>
              </a:prstGeom>
              <a:noFill/>
              <a:ln cap="flat" cmpd="sng" w="3810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endParaRPr>
              </a:p>
            </p:txBody>
          </p:sp>
          <p:sp>
            <p:nvSpPr>
              <p:cNvPr id="333" name="Google Shape;333;p48"/>
              <p:cNvSpPr/>
              <p:nvPr/>
            </p:nvSpPr>
            <p:spPr>
              <a:xfrm>
                <a:off x="7312075" y="1363499"/>
                <a:ext cx="1022400" cy="438000"/>
              </a:xfrm>
              <a:prstGeom prst="roundRect">
                <a:avLst>
                  <a:gd fmla="val 50000" name="adj"/>
                </a:avLst>
              </a:prstGeom>
              <a:noFill/>
              <a:ln cap="flat" cmpd="sng" w="3810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endParaRPr>
              </a:p>
            </p:txBody>
          </p:sp>
        </p:grpSp>
      </p:grpSp>
      <p:pic>
        <p:nvPicPr>
          <p:cNvPr id="334" name="Google Shape;33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3375" y="1847849"/>
            <a:ext cx="7524750" cy="144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49"/>
          <p:cNvSpPr txBox="1"/>
          <p:nvPr>
            <p:ph type="title"/>
          </p:nvPr>
        </p:nvSpPr>
        <p:spPr>
          <a:xfrm>
            <a:off x="228600" y="228600"/>
            <a:ext cx="6421500" cy="554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Price Estimation tool</a:t>
            </a:r>
            <a:endParaRPr/>
          </a:p>
        </p:txBody>
      </p:sp>
      <p:grpSp>
        <p:nvGrpSpPr>
          <p:cNvPr id="340" name="Google Shape;340;p49"/>
          <p:cNvGrpSpPr/>
          <p:nvPr/>
        </p:nvGrpSpPr>
        <p:grpSpPr>
          <a:xfrm>
            <a:off x="8349009" y="4345925"/>
            <a:ext cx="566400" cy="566400"/>
            <a:chOff x="8349009" y="4345925"/>
            <a:chExt cx="566400" cy="566400"/>
          </a:xfrm>
        </p:grpSpPr>
        <p:sp>
          <p:nvSpPr>
            <p:cNvPr id="341" name="Google Shape;341;p49"/>
            <p:cNvSpPr/>
            <p:nvPr/>
          </p:nvSpPr>
          <p:spPr>
            <a:xfrm>
              <a:off x="8349009" y="4345925"/>
              <a:ext cx="566400" cy="566400"/>
            </a:xfrm>
            <a:prstGeom prst="roundRect">
              <a:avLst>
                <a:gd fmla="val 22469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  <p:grpSp>
          <p:nvGrpSpPr>
            <p:cNvPr id="342" name="Google Shape;342;p49"/>
            <p:cNvGrpSpPr/>
            <p:nvPr/>
          </p:nvGrpSpPr>
          <p:grpSpPr>
            <a:xfrm>
              <a:off x="8518721" y="4521773"/>
              <a:ext cx="226973" cy="214726"/>
              <a:chOff x="7312075" y="834700"/>
              <a:chExt cx="1022400" cy="966799"/>
            </a:xfrm>
          </p:grpSpPr>
          <p:sp>
            <p:nvSpPr>
              <p:cNvPr id="343" name="Google Shape;343;p49"/>
              <p:cNvSpPr/>
              <p:nvPr/>
            </p:nvSpPr>
            <p:spPr>
              <a:xfrm>
                <a:off x="7312075" y="834700"/>
                <a:ext cx="1022400" cy="438000"/>
              </a:xfrm>
              <a:prstGeom prst="roundRect">
                <a:avLst>
                  <a:gd fmla="val 50000" name="adj"/>
                </a:avLst>
              </a:prstGeom>
              <a:noFill/>
              <a:ln cap="flat" cmpd="sng" w="3810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endParaRPr>
              </a:p>
            </p:txBody>
          </p:sp>
          <p:sp>
            <p:nvSpPr>
              <p:cNvPr id="344" name="Google Shape;344;p49"/>
              <p:cNvSpPr/>
              <p:nvPr/>
            </p:nvSpPr>
            <p:spPr>
              <a:xfrm>
                <a:off x="7312075" y="1363499"/>
                <a:ext cx="1022400" cy="438000"/>
              </a:xfrm>
              <a:prstGeom prst="roundRect">
                <a:avLst>
                  <a:gd fmla="val 50000" name="adj"/>
                </a:avLst>
              </a:prstGeom>
              <a:noFill/>
              <a:ln cap="flat" cmpd="sng" w="3810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endParaRPr>
              </a:p>
            </p:txBody>
          </p:sp>
        </p:grpSp>
      </p:grpSp>
      <p:pic>
        <p:nvPicPr>
          <p:cNvPr id="345" name="Google Shape;345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953899"/>
            <a:ext cx="8839199" cy="2118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type="title"/>
          </p:nvPr>
        </p:nvSpPr>
        <p:spPr>
          <a:xfrm>
            <a:off x="228600" y="228600"/>
            <a:ext cx="6421500" cy="554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View active auctions</a:t>
            </a:r>
            <a:endParaRPr/>
          </a:p>
        </p:txBody>
      </p:sp>
      <p:grpSp>
        <p:nvGrpSpPr>
          <p:cNvPr id="351" name="Google Shape;351;p50"/>
          <p:cNvGrpSpPr/>
          <p:nvPr/>
        </p:nvGrpSpPr>
        <p:grpSpPr>
          <a:xfrm>
            <a:off x="8349009" y="4345925"/>
            <a:ext cx="566400" cy="566400"/>
            <a:chOff x="8349009" y="4345925"/>
            <a:chExt cx="566400" cy="566400"/>
          </a:xfrm>
        </p:grpSpPr>
        <p:sp>
          <p:nvSpPr>
            <p:cNvPr id="352" name="Google Shape;352;p50"/>
            <p:cNvSpPr/>
            <p:nvPr/>
          </p:nvSpPr>
          <p:spPr>
            <a:xfrm>
              <a:off x="8349009" y="4345925"/>
              <a:ext cx="566400" cy="566400"/>
            </a:xfrm>
            <a:prstGeom prst="roundRect">
              <a:avLst>
                <a:gd fmla="val 22469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  <p:grpSp>
          <p:nvGrpSpPr>
            <p:cNvPr id="353" name="Google Shape;353;p50"/>
            <p:cNvGrpSpPr/>
            <p:nvPr/>
          </p:nvGrpSpPr>
          <p:grpSpPr>
            <a:xfrm>
              <a:off x="8518721" y="4521773"/>
              <a:ext cx="226973" cy="214726"/>
              <a:chOff x="7312075" y="834700"/>
              <a:chExt cx="1022400" cy="966799"/>
            </a:xfrm>
          </p:grpSpPr>
          <p:sp>
            <p:nvSpPr>
              <p:cNvPr id="354" name="Google Shape;354;p50"/>
              <p:cNvSpPr/>
              <p:nvPr/>
            </p:nvSpPr>
            <p:spPr>
              <a:xfrm>
                <a:off x="7312075" y="834700"/>
                <a:ext cx="1022400" cy="438000"/>
              </a:xfrm>
              <a:prstGeom prst="roundRect">
                <a:avLst>
                  <a:gd fmla="val 50000" name="adj"/>
                </a:avLst>
              </a:prstGeom>
              <a:noFill/>
              <a:ln cap="flat" cmpd="sng" w="3810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endParaRPr>
              </a:p>
            </p:txBody>
          </p:sp>
          <p:sp>
            <p:nvSpPr>
              <p:cNvPr id="355" name="Google Shape;355;p50"/>
              <p:cNvSpPr/>
              <p:nvPr/>
            </p:nvSpPr>
            <p:spPr>
              <a:xfrm>
                <a:off x="7312075" y="1363499"/>
                <a:ext cx="1022400" cy="438000"/>
              </a:xfrm>
              <a:prstGeom prst="roundRect">
                <a:avLst>
                  <a:gd fmla="val 50000" name="adj"/>
                </a:avLst>
              </a:prstGeom>
              <a:noFill/>
              <a:ln cap="flat" cmpd="sng" w="3810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endParaRPr>
              </a:p>
            </p:txBody>
          </p:sp>
        </p:grpSp>
      </p:grpSp>
      <p:pic>
        <p:nvPicPr>
          <p:cNvPr id="356" name="Google Shape;356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900" y="1953899"/>
            <a:ext cx="8044210" cy="7877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51"/>
          <p:cNvSpPr txBox="1"/>
          <p:nvPr>
            <p:ph type="title"/>
          </p:nvPr>
        </p:nvSpPr>
        <p:spPr>
          <a:xfrm>
            <a:off x="228600" y="228600"/>
            <a:ext cx="6421500" cy="554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View Completed Auctions</a:t>
            </a:r>
            <a:endParaRPr/>
          </a:p>
        </p:txBody>
      </p:sp>
      <p:grpSp>
        <p:nvGrpSpPr>
          <p:cNvPr id="362" name="Google Shape;362;p51"/>
          <p:cNvGrpSpPr/>
          <p:nvPr/>
        </p:nvGrpSpPr>
        <p:grpSpPr>
          <a:xfrm>
            <a:off x="8349009" y="4345925"/>
            <a:ext cx="566400" cy="566400"/>
            <a:chOff x="8349009" y="4345925"/>
            <a:chExt cx="566400" cy="566400"/>
          </a:xfrm>
        </p:grpSpPr>
        <p:sp>
          <p:nvSpPr>
            <p:cNvPr id="363" name="Google Shape;363;p51"/>
            <p:cNvSpPr/>
            <p:nvPr/>
          </p:nvSpPr>
          <p:spPr>
            <a:xfrm>
              <a:off x="8349009" y="4345925"/>
              <a:ext cx="566400" cy="566400"/>
            </a:xfrm>
            <a:prstGeom prst="roundRect">
              <a:avLst>
                <a:gd fmla="val 22469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  <p:grpSp>
          <p:nvGrpSpPr>
            <p:cNvPr id="364" name="Google Shape;364;p51"/>
            <p:cNvGrpSpPr/>
            <p:nvPr/>
          </p:nvGrpSpPr>
          <p:grpSpPr>
            <a:xfrm>
              <a:off x="8518721" y="4521773"/>
              <a:ext cx="226973" cy="214726"/>
              <a:chOff x="7312075" y="834700"/>
              <a:chExt cx="1022400" cy="966799"/>
            </a:xfrm>
          </p:grpSpPr>
          <p:sp>
            <p:nvSpPr>
              <p:cNvPr id="365" name="Google Shape;365;p51"/>
              <p:cNvSpPr/>
              <p:nvPr/>
            </p:nvSpPr>
            <p:spPr>
              <a:xfrm>
                <a:off x="7312075" y="834700"/>
                <a:ext cx="1022400" cy="438000"/>
              </a:xfrm>
              <a:prstGeom prst="roundRect">
                <a:avLst>
                  <a:gd fmla="val 50000" name="adj"/>
                </a:avLst>
              </a:prstGeom>
              <a:noFill/>
              <a:ln cap="flat" cmpd="sng" w="3810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endParaRPr>
              </a:p>
            </p:txBody>
          </p:sp>
          <p:sp>
            <p:nvSpPr>
              <p:cNvPr id="366" name="Google Shape;366;p51"/>
              <p:cNvSpPr/>
              <p:nvPr/>
            </p:nvSpPr>
            <p:spPr>
              <a:xfrm>
                <a:off x="7312075" y="1363499"/>
                <a:ext cx="1022400" cy="438000"/>
              </a:xfrm>
              <a:prstGeom prst="roundRect">
                <a:avLst>
                  <a:gd fmla="val 50000" name="adj"/>
                </a:avLst>
              </a:prstGeom>
              <a:noFill/>
              <a:ln cap="flat" cmpd="sng" w="3810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endParaRPr>
              </a:p>
            </p:txBody>
          </p:sp>
        </p:grpSp>
      </p:grpSp>
      <p:pic>
        <p:nvPicPr>
          <p:cNvPr id="367" name="Google Shape;367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953899"/>
            <a:ext cx="8839204" cy="8114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2"/>
          <p:cNvSpPr txBox="1"/>
          <p:nvPr>
            <p:ph type="title"/>
          </p:nvPr>
        </p:nvSpPr>
        <p:spPr>
          <a:xfrm>
            <a:off x="228600" y="228600"/>
            <a:ext cx="6421500" cy="554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Track highest bidder</a:t>
            </a:r>
            <a:endParaRPr/>
          </a:p>
        </p:txBody>
      </p:sp>
      <p:grpSp>
        <p:nvGrpSpPr>
          <p:cNvPr id="373" name="Google Shape;373;p52"/>
          <p:cNvGrpSpPr/>
          <p:nvPr/>
        </p:nvGrpSpPr>
        <p:grpSpPr>
          <a:xfrm>
            <a:off x="8349009" y="4345925"/>
            <a:ext cx="566400" cy="566400"/>
            <a:chOff x="8349009" y="4345925"/>
            <a:chExt cx="566400" cy="566400"/>
          </a:xfrm>
        </p:grpSpPr>
        <p:sp>
          <p:nvSpPr>
            <p:cNvPr id="374" name="Google Shape;374;p52"/>
            <p:cNvSpPr/>
            <p:nvPr/>
          </p:nvSpPr>
          <p:spPr>
            <a:xfrm>
              <a:off x="8349009" y="4345925"/>
              <a:ext cx="566400" cy="566400"/>
            </a:xfrm>
            <a:prstGeom prst="roundRect">
              <a:avLst>
                <a:gd fmla="val 22469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  <p:grpSp>
          <p:nvGrpSpPr>
            <p:cNvPr id="375" name="Google Shape;375;p52"/>
            <p:cNvGrpSpPr/>
            <p:nvPr/>
          </p:nvGrpSpPr>
          <p:grpSpPr>
            <a:xfrm>
              <a:off x="8518721" y="4521773"/>
              <a:ext cx="226973" cy="214726"/>
              <a:chOff x="7312075" y="834700"/>
              <a:chExt cx="1022400" cy="966799"/>
            </a:xfrm>
          </p:grpSpPr>
          <p:sp>
            <p:nvSpPr>
              <p:cNvPr id="376" name="Google Shape;376;p52"/>
              <p:cNvSpPr/>
              <p:nvPr/>
            </p:nvSpPr>
            <p:spPr>
              <a:xfrm>
                <a:off x="7312075" y="834700"/>
                <a:ext cx="1022400" cy="438000"/>
              </a:xfrm>
              <a:prstGeom prst="roundRect">
                <a:avLst>
                  <a:gd fmla="val 50000" name="adj"/>
                </a:avLst>
              </a:prstGeom>
              <a:noFill/>
              <a:ln cap="flat" cmpd="sng" w="3810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endParaRPr>
              </a:p>
            </p:txBody>
          </p:sp>
          <p:sp>
            <p:nvSpPr>
              <p:cNvPr id="377" name="Google Shape;377;p52"/>
              <p:cNvSpPr/>
              <p:nvPr/>
            </p:nvSpPr>
            <p:spPr>
              <a:xfrm>
                <a:off x="7312075" y="1363499"/>
                <a:ext cx="1022400" cy="438000"/>
              </a:xfrm>
              <a:prstGeom prst="roundRect">
                <a:avLst>
                  <a:gd fmla="val 50000" name="adj"/>
                </a:avLst>
              </a:prstGeom>
              <a:noFill/>
              <a:ln cap="flat" cmpd="sng" w="3810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endParaRPr>
              </a:p>
            </p:txBody>
          </p:sp>
        </p:grpSp>
      </p:grpSp>
      <p:pic>
        <p:nvPicPr>
          <p:cNvPr id="378" name="Google Shape;378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953899"/>
            <a:ext cx="8839200" cy="6555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3"/>
          <p:cNvSpPr txBox="1"/>
          <p:nvPr>
            <p:ph type="title"/>
          </p:nvPr>
        </p:nvSpPr>
        <p:spPr>
          <a:xfrm>
            <a:off x="228600" y="228600"/>
            <a:ext cx="6421500" cy="554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</a:t>
            </a:r>
            <a:r>
              <a:rPr lang="en"/>
              <a:t> auction</a:t>
            </a:r>
            <a:endParaRPr/>
          </a:p>
        </p:txBody>
      </p:sp>
      <p:grpSp>
        <p:nvGrpSpPr>
          <p:cNvPr id="384" name="Google Shape;384;p53"/>
          <p:cNvGrpSpPr/>
          <p:nvPr/>
        </p:nvGrpSpPr>
        <p:grpSpPr>
          <a:xfrm>
            <a:off x="8349009" y="4345925"/>
            <a:ext cx="566400" cy="566400"/>
            <a:chOff x="8349009" y="4345925"/>
            <a:chExt cx="566400" cy="566400"/>
          </a:xfrm>
        </p:grpSpPr>
        <p:sp>
          <p:nvSpPr>
            <p:cNvPr id="385" name="Google Shape;385;p53"/>
            <p:cNvSpPr/>
            <p:nvPr/>
          </p:nvSpPr>
          <p:spPr>
            <a:xfrm>
              <a:off x="8349009" y="4345925"/>
              <a:ext cx="566400" cy="566400"/>
            </a:xfrm>
            <a:prstGeom prst="roundRect">
              <a:avLst>
                <a:gd fmla="val 22469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  <p:grpSp>
          <p:nvGrpSpPr>
            <p:cNvPr id="386" name="Google Shape;386;p53"/>
            <p:cNvGrpSpPr/>
            <p:nvPr/>
          </p:nvGrpSpPr>
          <p:grpSpPr>
            <a:xfrm>
              <a:off x="8518721" y="4521773"/>
              <a:ext cx="226973" cy="214726"/>
              <a:chOff x="7312075" y="834700"/>
              <a:chExt cx="1022400" cy="966799"/>
            </a:xfrm>
          </p:grpSpPr>
          <p:sp>
            <p:nvSpPr>
              <p:cNvPr id="387" name="Google Shape;387;p53"/>
              <p:cNvSpPr/>
              <p:nvPr/>
            </p:nvSpPr>
            <p:spPr>
              <a:xfrm>
                <a:off x="7312075" y="834700"/>
                <a:ext cx="1022400" cy="438000"/>
              </a:xfrm>
              <a:prstGeom prst="roundRect">
                <a:avLst>
                  <a:gd fmla="val 50000" name="adj"/>
                </a:avLst>
              </a:prstGeom>
              <a:noFill/>
              <a:ln cap="flat" cmpd="sng" w="3810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endParaRPr>
              </a:p>
            </p:txBody>
          </p:sp>
          <p:sp>
            <p:nvSpPr>
              <p:cNvPr id="388" name="Google Shape;388;p53"/>
              <p:cNvSpPr/>
              <p:nvPr/>
            </p:nvSpPr>
            <p:spPr>
              <a:xfrm>
                <a:off x="7312075" y="1363499"/>
                <a:ext cx="1022400" cy="438000"/>
              </a:xfrm>
              <a:prstGeom prst="roundRect">
                <a:avLst>
                  <a:gd fmla="val 50000" name="adj"/>
                </a:avLst>
              </a:prstGeom>
              <a:noFill/>
              <a:ln cap="flat" cmpd="sng" w="3810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solidFill>
                    <a:schemeClr val="dk1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endParaRPr>
              </a:p>
            </p:txBody>
          </p:sp>
        </p:grpSp>
      </p:grpSp>
      <p:pic>
        <p:nvPicPr>
          <p:cNvPr id="389" name="Google Shape;389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953899"/>
            <a:ext cx="8839199" cy="12516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Workshop Facilitation">
  <a:themeElements>
    <a:clrScheme name="Simple Light">
      <a:dk1>
        <a:srgbClr val="10100F"/>
      </a:dk1>
      <a:lt1>
        <a:srgbClr val="F8F3EC"/>
      </a:lt1>
      <a:dk2>
        <a:srgbClr val="810100"/>
      </a:dk2>
      <a:lt2>
        <a:srgbClr val="F8F3EC"/>
      </a:lt2>
      <a:accent1>
        <a:srgbClr val="B82D2D"/>
      </a:accent1>
      <a:accent2>
        <a:srgbClr val="FB6058"/>
      </a:accent2>
      <a:accent3>
        <a:srgbClr val="FFD979"/>
      </a:accent3>
      <a:accent4>
        <a:srgbClr val="FFADA8"/>
      </a:accent4>
      <a:accent5>
        <a:srgbClr val="570100"/>
      </a:accent5>
      <a:accent6>
        <a:srgbClr val="303030"/>
      </a:accent6>
      <a:hlink>
        <a:srgbClr val="FC60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