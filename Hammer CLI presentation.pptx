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lus Jakarta Sans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Plus Jakarta Sans Medium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PlusJakartaSansMedium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usJakartaSansMedium-italic.fntdata"/><Relationship Id="rId25" Type="http://schemas.openxmlformats.org/officeDocument/2006/relationships/font" Target="fonts/PlusJakartaSansMedium-bold.fntdata"/><Relationship Id="rId27" Type="http://schemas.openxmlformats.org/officeDocument/2006/relationships/font" Target="fonts/PlusJakartaSans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usJakartaSans-bold.fntdata"/><Relationship Id="rId16" Type="http://schemas.openxmlformats.org/officeDocument/2006/relationships/font" Target="fonts/PlusJakartaSans-regular.fntdata"/><Relationship Id="rId19" Type="http://schemas.openxmlformats.org/officeDocument/2006/relationships/font" Target="fonts/PlusJakartaSans-boldItalic.fntdata"/><Relationship Id="rId18" Type="http://schemas.openxmlformats.org/officeDocument/2006/relationships/font" Target="fonts/PlusJakartaSa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c7b51471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c7b51471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c7b51471c6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c7b51471c6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c7b51471c6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c7b51471c6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c7b51471c6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c7b51471c6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c7b51471c6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c7b51471c6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c7b51471c6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c7b51471c6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c7b51471c6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c7b51471c6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c7b51471c6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c7b51471c6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c7b51471c6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c7b51471c6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c9863da1e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c9863da1e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bg>
      <p:bgPr>
        <a:solidFill>
          <a:schemeClr val="accent5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6849412" y="229900"/>
            <a:ext cx="2068500" cy="2068500"/>
          </a:xfrm>
          <a:prstGeom prst="roundRect">
            <a:avLst>
              <a:gd fmla="val 12219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228600" y="229900"/>
            <a:ext cx="4349400" cy="4683600"/>
          </a:xfrm>
          <a:prstGeom prst="roundRect">
            <a:avLst>
              <a:gd fmla="val 584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4679587" y="229900"/>
            <a:ext cx="2068500" cy="2068500"/>
          </a:xfrm>
          <a:prstGeom prst="roundRect">
            <a:avLst>
              <a:gd fmla="val 122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4679599" y="2404695"/>
            <a:ext cx="4238400" cy="2508900"/>
          </a:xfrm>
          <a:prstGeom prst="roundRect">
            <a:avLst>
              <a:gd fmla="val 101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3" name="Google Shape;13;p2"/>
          <p:cNvGrpSpPr/>
          <p:nvPr/>
        </p:nvGrpSpPr>
        <p:grpSpPr>
          <a:xfrm>
            <a:off x="4524845" y="724771"/>
            <a:ext cx="2377504" cy="1078596"/>
            <a:chOff x="4571989" y="769200"/>
            <a:chExt cx="2320422" cy="1052700"/>
          </a:xfrm>
        </p:grpSpPr>
        <p:sp>
          <p:nvSpPr>
            <p:cNvPr id="14" name="Google Shape;14;p2"/>
            <p:cNvSpPr/>
            <p:nvPr/>
          </p:nvSpPr>
          <p:spPr>
            <a:xfrm>
              <a:off x="5691810" y="769200"/>
              <a:ext cx="1200600" cy="1052700"/>
            </a:xfrm>
            <a:prstGeom prst="pie">
              <a:avLst>
                <a:gd fmla="val 5410573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4571989" y="769200"/>
              <a:ext cx="1200600" cy="1052700"/>
            </a:xfrm>
            <a:prstGeom prst="pie">
              <a:avLst>
                <a:gd fmla="val 5410573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7352898" y="762044"/>
            <a:ext cx="1061865" cy="1004215"/>
            <a:chOff x="7312075" y="834700"/>
            <a:chExt cx="1022400" cy="966799"/>
          </a:xfrm>
        </p:grpSpPr>
        <p:sp>
          <p:nvSpPr>
            <p:cNvPr id="17" name="Google Shape;17;p2"/>
            <p:cNvSpPr/>
            <p:nvPr/>
          </p:nvSpPr>
          <p:spPr>
            <a:xfrm>
              <a:off x="7312075" y="834700"/>
              <a:ext cx="1022400" cy="438000"/>
            </a:xfrm>
            <a:prstGeom prst="roundRect">
              <a:avLst>
                <a:gd fmla="val 50000" name="adj"/>
              </a:avLst>
            </a:prstGeom>
            <a:noFill/>
            <a:ln cap="flat" cmpd="sng" w="1143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312075" y="1363499"/>
              <a:ext cx="1022400" cy="438000"/>
            </a:xfrm>
            <a:prstGeom prst="roundRect">
              <a:avLst>
                <a:gd fmla="val 50000" name="adj"/>
              </a:avLst>
            </a:prstGeom>
            <a:noFill/>
            <a:ln cap="flat" cmpd="sng" w="1143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4897375" y="2609925"/>
            <a:ext cx="3679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type="title"/>
          </p:nvPr>
        </p:nvSpPr>
        <p:spPr>
          <a:xfrm>
            <a:off x="563400" y="3695700"/>
            <a:ext cx="3679800" cy="9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">
  <p:cSld name="BLANK_1_2">
    <p:bg>
      <p:bgPr>
        <a:solidFill>
          <a:schemeClr val="accent5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 rot="5400000">
            <a:off x="-285900" y="285900"/>
            <a:ext cx="5143500" cy="4571700"/>
          </a:xfrm>
          <a:prstGeom prst="round2SameRect">
            <a:avLst>
              <a:gd fmla="val 7676" name="adj1"/>
              <a:gd fmla="val 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228600" y="228600"/>
            <a:ext cx="37131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3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28600" y="228600"/>
            <a:ext cx="64803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318600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2" type="body"/>
          </p:nvPr>
        </p:nvSpPr>
        <p:spPr>
          <a:xfrm>
            <a:off x="6911100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3" type="body"/>
          </p:nvPr>
        </p:nvSpPr>
        <p:spPr>
          <a:xfrm>
            <a:off x="2516100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4" type="body"/>
          </p:nvPr>
        </p:nvSpPr>
        <p:spPr>
          <a:xfrm>
            <a:off x="4713588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5" type="subTitle"/>
          </p:nvPr>
        </p:nvSpPr>
        <p:spPr>
          <a:xfrm>
            <a:off x="381950" y="2393500"/>
            <a:ext cx="18549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6" type="subTitle"/>
          </p:nvPr>
        </p:nvSpPr>
        <p:spPr>
          <a:xfrm>
            <a:off x="2574000" y="2378475"/>
            <a:ext cx="18549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7" type="subTitle"/>
          </p:nvPr>
        </p:nvSpPr>
        <p:spPr>
          <a:xfrm>
            <a:off x="4806538" y="2378475"/>
            <a:ext cx="18228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8" type="subTitle"/>
          </p:nvPr>
        </p:nvSpPr>
        <p:spPr>
          <a:xfrm>
            <a:off x="7007100" y="2378475"/>
            <a:ext cx="18228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BLANK_1_1_1_1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228600" y="741875"/>
            <a:ext cx="64803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_1_1_1_1_1_1_1_1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instorming 1">
  <p:cSld name="BLANK_1_1_1_1_1_1_1_1_1_1_3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228600" y="632050"/>
            <a:ext cx="8686800" cy="3539400"/>
          </a:xfrm>
          <a:prstGeom prst="roundRect">
            <a:avLst>
              <a:gd fmla="val 5122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9" name="Google Shape;39;p7"/>
          <p:cNvSpPr/>
          <p:nvPr/>
        </p:nvSpPr>
        <p:spPr>
          <a:xfrm>
            <a:off x="0" y="4400100"/>
            <a:ext cx="9144000" cy="74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" name="Google Shape;40;p7"/>
          <p:cNvSpPr txBox="1"/>
          <p:nvPr>
            <p:ph idx="1" type="subTitle"/>
          </p:nvPr>
        </p:nvSpPr>
        <p:spPr>
          <a:xfrm>
            <a:off x="228600" y="4619400"/>
            <a:ext cx="1231800" cy="30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378975" y="788021"/>
            <a:ext cx="3990900" cy="3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idx="3" type="body"/>
          </p:nvPr>
        </p:nvSpPr>
        <p:spPr>
          <a:xfrm>
            <a:off x="4774123" y="788021"/>
            <a:ext cx="3990900" cy="3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instorming 2">
  <p:cSld name="BLANK_1_1_1_1_1_1_1_1_1_1_3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/>
          <p:nvPr/>
        </p:nvSpPr>
        <p:spPr>
          <a:xfrm>
            <a:off x="0" y="4400100"/>
            <a:ext cx="9144000" cy="74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5" name="Google Shape;45;p8"/>
          <p:cNvSpPr txBox="1"/>
          <p:nvPr>
            <p:ph idx="1" type="subTitle"/>
          </p:nvPr>
        </p:nvSpPr>
        <p:spPr>
          <a:xfrm>
            <a:off x="228600" y="4619400"/>
            <a:ext cx="1231800" cy="30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BLANK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927475" y="1269700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subTitle"/>
          </p:nvPr>
        </p:nvSpPr>
        <p:spPr>
          <a:xfrm>
            <a:off x="927475" y="2073125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3" type="subTitle"/>
          </p:nvPr>
        </p:nvSpPr>
        <p:spPr>
          <a:xfrm>
            <a:off x="927475" y="2891300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4" type="subTitle"/>
          </p:nvPr>
        </p:nvSpPr>
        <p:spPr>
          <a:xfrm>
            <a:off x="927475" y="3692625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5" type="subTitle"/>
          </p:nvPr>
        </p:nvSpPr>
        <p:spPr>
          <a:xfrm>
            <a:off x="228600" y="1269700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6" type="subTitle"/>
          </p:nvPr>
        </p:nvSpPr>
        <p:spPr>
          <a:xfrm>
            <a:off x="228600" y="2073125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7" type="subTitle"/>
          </p:nvPr>
        </p:nvSpPr>
        <p:spPr>
          <a:xfrm>
            <a:off x="228600" y="2891300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8" type="subTitle"/>
          </p:nvPr>
        </p:nvSpPr>
        <p:spPr>
          <a:xfrm>
            <a:off x="228600" y="3692625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deas">
  <p:cSld name="BLANK_1_1_1_1_1_1_1_1_1_1_1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228300" y="921925"/>
            <a:ext cx="32367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7" name="Google Shape;57;p10"/>
          <p:cNvSpPr txBox="1"/>
          <p:nvPr>
            <p:ph idx="2" type="title"/>
          </p:nvPr>
        </p:nvSpPr>
        <p:spPr>
          <a:xfrm>
            <a:off x="4788000" y="917325"/>
            <a:ext cx="32367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228600" y="1345400"/>
            <a:ext cx="4134300" cy="11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9" name="Google Shape;59;p10"/>
          <p:cNvSpPr txBox="1"/>
          <p:nvPr>
            <p:ph idx="3" type="body"/>
          </p:nvPr>
        </p:nvSpPr>
        <p:spPr>
          <a:xfrm>
            <a:off x="4781100" y="1345400"/>
            <a:ext cx="4134300" cy="11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0" name="Google Shape;60;p10"/>
          <p:cNvSpPr txBox="1"/>
          <p:nvPr>
            <p:ph idx="4" type="subTitle"/>
          </p:nvPr>
        </p:nvSpPr>
        <p:spPr>
          <a:xfrm>
            <a:off x="5058000" y="3305850"/>
            <a:ext cx="16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61" name="Google Shape;61;p10"/>
          <p:cNvSpPr txBox="1"/>
          <p:nvPr>
            <p:ph idx="5" type="body"/>
          </p:nvPr>
        </p:nvSpPr>
        <p:spPr>
          <a:xfrm>
            <a:off x="5058000" y="3595225"/>
            <a:ext cx="16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6" type="subTitle"/>
          </p:nvPr>
        </p:nvSpPr>
        <p:spPr>
          <a:xfrm>
            <a:off x="2438171" y="3305838"/>
            <a:ext cx="16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7" type="body"/>
          </p:nvPr>
        </p:nvSpPr>
        <p:spPr>
          <a:xfrm>
            <a:off x="2438171" y="3595213"/>
            <a:ext cx="16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4" name="Google Shape;64;p10"/>
          <p:cNvSpPr/>
          <p:nvPr>
            <p:ph idx="8" type="pic"/>
          </p:nvPr>
        </p:nvSpPr>
        <p:spPr>
          <a:xfrm>
            <a:off x="0" y="3029625"/>
            <a:ext cx="2178300" cy="18957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0"/>
          <p:cNvSpPr/>
          <p:nvPr>
            <p:ph idx="9" type="pic"/>
          </p:nvPr>
        </p:nvSpPr>
        <p:spPr>
          <a:xfrm>
            <a:off x="6965700" y="3010075"/>
            <a:ext cx="2178300" cy="1895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idea">
  <p:cSld name="BLANK_1_1_1_1_1_1_1_1_1_1_1_1_1_2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/>
          <p:nvPr/>
        </p:nvSpPr>
        <p:spPr>
          <a:xfrm>
            <a:off x="0" y="3149700"/>
            <a:ext cx="5322300" cy="1993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8" name="Google Shape;68;p11"/>
          <p:cNvSpPr txBox="1"/>
          <p:nvPr>
            <p:ph type="title"/>
          </p:nvPr>
        </p:nvSpPr>
        <p:spPr>
          <a:xfrm>
            <a:off x="228600" y="191575"/>
            <a:ext cx="42858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" type="body"/>
          </p:nvPr>
        </p:nvSpPr>
        <p:spPr>
          <a:xfrm>
            <a:off x="228600" y="1317900"/>
            <a:ext cx="4285800" cy="9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0" name="Google Shape;70;p11"/>
          <p:cNvSpPr txBox="1"/>
          <p:nvPr>
            <p:ph idx="2" type="subTitle"/>
          </p:nvPr>
        </p:nvSpPr>
        <p:spPr>
          <a:xfrm>
            <a:off x="228600" y="3402700"/>
            <a:ext cx="19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3" type="body"/>
          </p:nvPr>
        </p:nvSpPr>
        <p:spPr>
          <a:xfrm>
            <a:off x="228600" y="3692075"/>
            <a:ext cx="19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4" type="subTitle"/>
          </p:nvPr>
        </p:nvSpPr>
        <p:spPr>
          <a:xfrm>
            <a:off x="2557500" y="3402700"/>
            <a:ext cx="19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5" type="body"/>
          </p:nvPr>
        </p:nvSpPr>
        <p:spPr>
          <a:xfrm>
            <a:off x="2557500" y="3692075"/>
            <a:ext cx="19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4" name="Google Shape;74;p11"/>
          <p:cNvSpPr/>
          <p:nvPr>
            <p:ph idx="6" type="pic"/>
          </p:nvPr>
        </p:nvSpPr>
        <p:spPr>
          <a:xfrm rot="-5400000">
            <a:off x="4491900" y="497850"/>
            <a:ext cx="5156400" cy="4147800"/>
          </a:xfrm>
          <a:prstGeom prst="round2SameRect">
            <a:avLst>
              <a:gd fmla="val 8254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image">
  <p:cSld name="BLANK_1_1_1_1_1_1_1_1_1_1_1_1_1_1_1_1_1_1_1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/>
          <p:nvPr>
            <p:ph idx="2" type="pic"/>
          </p:nvPr>
        </p:nvSpPr>
        <p:spPr>
          <a:xfrm>
            <a:off x="228650" y="2813125"/>
            <a:ext cx="8018700" cy="2099100"/>
          </a:xfrm>
          <a:prstGeom prst="roundRect">
            <a:avLst>
              <a:gd fmla="val 7988" name="adj"/>
            </a:avLst>
          </a:prstGeom>
          <a:noFill/>
          <a:ln>
            <a:noFill/>
          </a:ln>
        </p:spPr>
      </p:sp>
      <p:sp>
        <p:nvSpPr>
          <p:cNvPr id="77" name="Google Shape;77;p12"/>
          <p:cNvSpPr txBox="1"/>
          <p:nvPr>
            <p:ph idx="1" type="subTitle"/>
          </p:nvPr>
        </p:nvSpPr>
        <p:spPr>
          <a:xfrm>
            <a:off x="228600" y="947332"/>
            <a:ext cx="64803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type="title"/>
          </p:nvPr>
        </p:nvSpPr>
        <p:spPr>
          <a:xfrm>
            <a:off x="228600" y="228600"/>
            <a:ext cx="64803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1">
  <p:cSld name="BLANK_1_1_1_1_1_1_1_1_1_1_1_1_1_1_1_1_1_1_1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/>
          <p:nvPr>
            <p:ph idx="2" type="pic"/>
          </p:nvPr>
        </p:nvSpPr>
        <p:spPr>
          <a:xfrm>
            <a:off x="3547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81" name="Google Shape;81;p13"/>
          <p:cNvSpPr/>
          <p:nvPr>
            <p:ph idx="3" type="pic"/>
          </p:nvPr>
        </p:nvSpPr>
        <p:spPr>
          <a:xfrm>
            <a:off x="25552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82" name="Google Shape;82;p13"/>
          <p:cNvSpPr/>
          <p:nvPr>
            <p:ph idx="4" type="pic"/>
          </p:nvPr>
        </p:nvSpPr>
        <p:spPr>
          <a:xfrm>
            <a:off x="47557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83" name="Google Shape;83;p13"/>
          <p:cNvSpPr/>
          <p:nvPr>
            <p:ph idx="5" type="pic"/>
          </p:nvPr>
        </p:nvSpPr>
        <p:spPr>
          <a:xfrm>
            <a:off x="69562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84" name="Google Shape;84;p13"/>
          <p:cNvSpPr txBox="1"/>
          <p:nvPr>
            <p:ph idx="1" type="subTitle"/>
          </p:nvPr>
        </p:nvSpPr>
        <p:spPr>
          <a:xfrm>
            <a:off x="3997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6" type="subTitle"/>
          </p:nvPr>
        </p:nvSpPr>
        <p:spPr>
          <a:xfrm>
            <a:off x="3997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86" name="Google Shape;86;p13"/>
          <p:cNvSpPr txBox="1"/>
          <p:nvPr>
            <p:ph idx="7" type="body"/>
          </p:nvPr>
        </p:nvSpPr>
        <p:spPr>
          <a:xfrm>
            <a:off x="3997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8" type="subTitle"/>
          </p:nvPr>
        </p:nvSpPr>
        <p:spPr>
          <a:xfrm>
            <a:off x="26002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9" type="subTitle"/>
          </p:nvPr>
        </p:nvSpPr>
        <p:spPr>
          <a:xfrm>
            <a:off x="26002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89" name="Google Shape;89;p13"/>
          <p:cNvSpPr txBox="1"/>
          <p:nvPr>
            <p:ph idx="13" type="body"/>
          </p:nvPr>
        </p:nvSpPr>
        <p:spPr>
          <a:xfrm>
            <a:off x="26002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13"/>
          <p:cNvSpPr txBox="1"/>
          <p:nvPr>
            <p:ph idx="14" type="subTitle"/>
          </p:nvPr>
        </p:nvSpPr>
        <p:spPr>
          <a:xfrm>
            <a:off x="48007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91" name="Google Shape;91;p13"/>
          <p:cNvSpPr txBox="1"/>
          <p:nvPr>
            <p:ph idx="15" type="subTitle"/>
          </p:nvPr>
        </p:nvSpPr>
        <p:spPr>
          <a:xfrm>
            <a:off x="48007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92" name="Google Shape;92;p13"/>
          <p:cNvSpPr txBox="1"/>
          <p:nvPr>
            <p:ph idx="16" type="body"/>
          </p:nvPr>
        </p:nvSpPr>
        <p:spPr>
          <a:xfrm>
            <a:off x="48007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3" name="Google Shape;93;p13"/>
          <p:cNvSpPr txBox="1"/>
          <p:nvPr>
            <p:ph idx="17" type="subTitle"/>
          </p:nvPr>
        </p:nvSpPr>
        <p:spPr>
          <a:xfrm>
            <a:off x="70012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8" type="subTitle"/>
          </p:nvPr>
        </p:nvSpPr>
        <p:spPr>
          <a:xfrm>
            <a:off x="70012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95" name="Google Shape;95;p13"/>
          <p:cNvSpPr txBox="1"/>
          <p:nvPr>
            <p:ph idx="19" type="body"/>
          </p:nvPr>
        </p:nvSpPr>
        <p:spPr>
          <a:xfrm>
            <a:off x="70012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2">
  <p:cSld name="BLANK_1_1_1_1_1_1_1_1_1_1_1_1_1_1_1_1_1_1_1_1_1_1_2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idx="1" type="subTitle"/>
          </p:nvPr>
        </p:nvSpPr>
        <p:spPr>
          <a:xfrm>
            <a:off x="353900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98" name="Google Shape;98;p14"/>
          <p:cNvSpPr txBox="1"/>
          <p:nvPr>
            <p:ph idx="2" type="subTitle"/>
          </p:nvPr>
        </p:nvSpPr>
        <p:spPr>
          <a:xfrm>
            <a:off x="353900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99" name="Google Shape;99;p14"/>
          <p:cNvSpPr/>
          <p:nvPr>
            <p:ph idx="3" type="pic"/>
          </p:nvPr>
        </p:nvSpPr>
        <p:spPr>
          <a:xfrm>
            <a:off x="321050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00" name="Google Shape;100;p14"/>
          <p:cNvSpPr txBox="1"/>
          <p:nvPr>
            <p:ph idx="4" type="subTitle"/>
          </p:nvPr>
        </p:nvSpPr>
        <p:spPr>
          <a:xfrm>
            <a:off x="2003288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5" type="subTitle"/>
          </p:nvPr>
        </p:nvSpPr>
        <p:spPr>
          <a:xfrm>
            <a:off x="2003288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02" name="Google Shape;102;p14"/>
          <p:cNvSpPr/>
          <p:nvPr>
            <p:ph idx="6" type="pic"/>
          </p:nvPr>
        </p:nvSpPr>
        <p:spPr>
          <a:xfrm>
            <a:off x="1970438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7" type="subTitle"/>
          </p:nvPr>
        </p:nvSpPr>
        <p:spPr>
          <a:xfrm>
            <a:off x="3652675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4" name="Google Shape;104;p14"/>
          <p:cNvSpPr txBox="1"/>
          <p:nvPr>
            <p:ph idx="8" type="subTitle"/>
          </p:nvPr>
        </p:nvSpPr>
        <p:spPr>
          <a:xfrm>
            <a:off x="3652675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05" name="Google Shape;105;p14"/>
          <p:cNvSpPr/>
          <p:nvPr>
            <p:ph idx="9" type="pic"/>
          </p:nvPr>
        </p:nvSpPr>
        <p:spPr>
          <a:xfrm>
            <a:off x="3619825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06" name="Google Shape;106;p14"/>
          <p:cNvSpPr txBox="1"/>
          <p:nvPr>
            <p:ph idx="13" type="subTitle"/>
          </p:nvPr>
        </p:nvSpPr>
        <p:spPr>
          <a:xfrm>
            <a:off x="5302050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7" name="Google Shape;107;p14"/>
          <p:cNvSpPr txBox="1"/>
          <p:nvPr>
            <p:ph idx="14" type="subTitle"/>
          </p:nvPr>
        </p:nvSpPr>
        <p:spPr>
          <a:xfrm>
            <a:off x="5302050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08" name="Google Shape;108;p14"/>
          <p:cNvSpPr/>
          <p:nvPr>
            <p:ph idx="15" type="pic"/>
          </p:nvPr>
        </p:nvSpPr>
        <p:spPr>
          <a:xfrm>
            <a:off x="5269200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09" name="Google Shape;109;p14"/>
          <p:cNvSpPr txBox="1"/>
          <p:nvPr>
            <p:ph idx="16" type="subTitle"/>
          </p:nvPr>
        </p:nvSpPr>
        <p:spPr>
          <a:xfrm>
            <a:off x="2003300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10" name="Google Shape;110;p14"/>
          <p:cNvSpPr txBox="1"/>
          <p:nvPr>
            <p:ph idx="17" type="subTitle"/>
          </p:nvPr>
        </p:nvSpPr>
        <p:spPr>
          <a:xfrm>
            <a:off x="2003300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11" name="Google Shape;111;p14"/>
          <p:cNvSpPr/>
          <p:nvPr>
            <p:ph idx="18" type="pic"/>
          </p:nvPr>
        </p:nvSpPr>
        <p:spPr>
          <a:xfrm>
            <a:off x="1970450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12" name="Google Shape;112;p14"/>
          <p:cNvSpPr txBox="1"/>
          <p:nvPr>
            <p:ph idx="19" type="subTitle"/>
          </p:nvPr>
        </p:nvSpPr>
        <p:spPr>
          <a:xfrm>
            <a:off x="3652688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20" type="subTitle"/>
          </p:nvPr>
        </p:nvSpPr>
        <p:spPr>
          <a:xfrm>
            <a:off x="3652688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14" name="Google Shape;114;p14"/>
          <p:cNvSpPr/>
          <p:nvPr>
            <p:ph idx="21" type="pic"/>
          </p:nvPr>
        </p:nvSpPr>
        <p:spPr>
          <a:xfrm>
            <a:off x="3619838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15" name="Google Shape;115;p14"/>
          <p:cNvSpPr txBox="1"/>
          <p:nvPr>
            <p:ph idx="22" type="subTitle"/>
          </p:nvPr>
        </p:nvSpPr>
        <p:spPr>
          <a:xfrm>
            <a:off x="5302075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16" name="Google Shape;116;p14"/>
          <p:cNvSpPr txBox="1"/>
          <p:nvPr>
            <p:ph idx="23" type="subTitle"/>
          </p:nvPr>
        </p:nvSpPr>
        <p:spPr>
          <a:xfrm>
            <a:off x="5302075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17" name="Google Shape;117;p14"/>
          <p:cNvSpPr/>
          <p:nvPr>
            <p:ph idx="24" type="pic"/>
          </p:nvPr>
        </p:nvSpPr>
        <p:spPr>
          <a:xfrm>
            <a:off x="5269225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18" name="Google Shape;118;p14"/>
          <p:cNvSpPr txBox="1"/>
          <p:nvPr>
            <p:ph idx="25" type="subTitle"/>
          </p:nvPr>
        </p:nvSpPr>
        <p:spPr>
          <a:xfrm>
            <a:off x="6951450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6" type="subTitle"/>
          </p:nvPr>
        </p:nvSpPr>
        <p:spPr>
          <a:xfrm>
            <a:off x="6951450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20" name="Google Shape;120;p14"/>
          <p:cNvSpPr/>
          <p:nvPr>
            <p:ph idx="27" type="pic"/>
          </p:nvPr>
        </p:nvSpPr>
        <p:spPr>
          <a:xfrm>
            <a:off x="6918600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ersonas">
  <p:cSld name="BLANK_1_1_1_1_1_1_1_1_1_1_1_1_1_1_1_1_1_1_1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>
            <p:ph idx="2" type="pic"/>
          </p:nvPr>
        </p:nvSpPr>
        <p:spPr>
          <a:xfrm>
            <a:off x="228300" y="912725"/>
            <a:ext cx="1833000" cy="2294100"/>
          </a:xfrm>
          <a:prstGeom prst="roundRect">
            <a:avLst>
              <a:gd fmla="val 12454" name="adj"/>
            </a:avLst>
          </a:prstGeom>
          <a:noFill/>
          <a:ln>
            <a:noFill/>
          </a:ln>
        </p:spPr>
      </p:sp>
      <p:sp>
        <p:nvSpPr>
          <p:cNvPr id="123" name="Google Shape;123;p15"/>
          <p:cNvSpPr/>
          <p:nvPr>
            <p:ph idx="3" type="pic"/>
          </p:nvPr>
        </p:nvSpPr>
        <p:spPr>
          <a:xfrm>
            <a:off x="4781400" y="912725"/>
            <a:ext cx="1833000" cy="2294100"/>
          </a:xfrm>
          <a:prstGeom prst="roundRect">
            <a:avLst>
              <a:gd fmla="val 12454" name="adj"/>
            </a:avLst>
          </a:prstGeom>
          <a:noFill/>
          <a:ln>
            <a:noFill/>
          </a:ln>
        </p:spPr>
      </p:sp>
      <p:sp>
        <p:nvSpPr>
          <p:cNvPr id="124" name="Google Shape;124;p15"/>
          <p:cNvSpPr txBox="1"/>
          <p:nvPr>
            <p:ph idx="1" type="body"/>
          </p:nvPr>
        </p:nvSpPr>
        <p:spPr>
          <a:xfrm>
            <a:off x="2270700" y="968925"/>
            <a:ext cx="2091900" cy="28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4" type="body"/>
          </p:nvPr>
        </p:nvSpPr>
        <p:spPr>
          <a:xfrm>
            <a:off x="6823800" y="968925"/>
            <a:ext cx="2091900" cy="28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5" type="subTitle"/>
          </p:nvPr>
        </p:nvSpPr>
        <p:spPr>
          <a:xfrm>
            <a:off x="277650" y="3373825"/>
            <a:ext cx="17256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6" type="subTitle"/>
          </p:nvPr>
        </p:nvSpPr>
        <p:spPr>
          <a:xfrm>
            <a:off x="4835100" y="3373825"/>
            <a:ext cx="17256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oups">
  <p:cSld name="BLANK_1_1_1_1_1_1_1_1_1_1_1_1_1_1_1_1_1_1_1_1_1_1_1_2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/>
          <p:nvPr>
            <p:ph type="title"/>
          </p:nvPr>
        </p:nvSpPr>
        <p:spPr>
          <a:xfrm>
            <a:off x="228600" y="741875"/>
            <a:ext cx="64803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1" type="body"/>
          </p:nvPr>
        </p:nvSpPr>
        <p:spPr>
          <a:xfrm>
            <a:off x="228625" y="4191000"/>
            <a:ext cx="1113600" cy="713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1" name="Google Shape;131;p16"/>
          <p:cNvSpPr/>
          <p:nvPr>
            <p:ph idx="2" type="pic"/>
          </p:nvPr>
        </p:nvSpPr>
        <p:spPr>
          <a:xfrm>
            <a:off x="228575" y="157125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2" name="Google Shape;132;p16"/>
          <p:cNvSpPr/>
          <p:nvPr>
            <p:ph idx="3" type="pic"/>
          </p:nvPr>
        </p:nvSpPr>
        <p:spPr>
          <a:xfrm>
            <a:off x="824775" y="157125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3" name="Google Shape;133;p16"/>
          <p:cNvSpPr/>
          <p:nvPr>
            <p:ph idx="4" type="pic"/>
          </p:nvPr>
        </p:nvSpPr>
        <p:spPr>
          <a:xfrm>
            <a:off x="228550" y="216532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4" name="Google Shape;134;p16"/>
          <p:cNvSpPr/>
          <p:nvPr>
            <p:ph idx="5" type="pic"/>
          </p:nvPr>
        </p:nvSpPr>
        <p:spPr>
          <a:xfrm>
            <a:off x="824750" y="216532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5" name="Google Shape;135;p16"/>
          <p:cNvSpPr/>
          <p:nvPr>
            <p:ph idx="6" type="pic"/>
          </p:nvPr>
        </p:nvSpPr>
        <p:spPr>
          <a:xfrm>
            <a:off x="228588" y="275940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6" name="Google Shape;136;p16"/>
          <p:cNvSpPr/>
          <p:nvPr>
            <p:ph idx="7" type="pic"/>
          </p:nvPr>
        </p:nvSpPr>
        <p:spPr>
          <a:xfrm>
            <a:off x="824788" y="275940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7" name="Google Shape;137;p16"/>
          <p:cNvSpPr/>
          <p:nvPr>
            <p:ph idx="8" type="pic"/>
          </p:nvPr>
        </p:nvSpPr>
        <p:spPr>
          <a:xfrm>
            <a:off x="228563" y="335347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8" name="Google Shape;138;p16"/>
          <p:cNvSpPr/>
          <p:nvPr>
            <p:ph idx="9" type="pic"/>
          </p:nvPr>
        </p:nvSpPr>
        <p:spPr>
          <a:xfrm>
            <a:off x="824763" y="3353475"/>
            <a:ext cx="517500" cy="5175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1">
  <p:cSld name="BLANK_1_1_1_1_1_1_1_1_1_1_1_1_1_1_1_1_1_1_1_1_1_1_1_1">
    <p:bg>
      <p:bgPr>
        <a:solidFill>
          <a:schemeClr val="accent4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 txBox="1"/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2">
  <p:cSld name="BLANK_1_1_1_1_1_1_1_1_1_1_1_1_1_1_1_1_1_1_1_1_1_1_1_1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/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1" type="subTitle"/>
          </p:nvPr>
        </p:nvSpPr>
        <p:spPr>
          <a:xfrm>
            <a:off x="228600" y="952675"/>
            <a:ext cx="6480300" cy="17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3">
  <p:cSld name="BLANK_1_1_1_1_1_1_1_1_1_1_1_1_1_1_1_1_1_1_1_1_1_1_1_1_1_1">
    <p:bg>
      <p:bgPr>
        <a:solidFill>
          <a:schemeClr val="accent5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46" name="Google Shape;146;p19"/>
          <p:cNvSpPr txBox="1"/>
          <p:nvPr>
            <p:ph idx="1" type="subTitle"/>
          </p:nvPr>
        </p:nvSpPr>
        <p:spPr>
          <a:xfrm>
            <a:off x="228600" y="952675"/>
            <a:ext cx="6480300" cy="17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odboard 1">
  <p:cSld name="BLANK_1_1_1_1_1_1_1_1_1_1_1_1_1_1_1_1_1_1_1_1_1_1_1_1_1_2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/>
          <p:nvPr>
            <p:ph idx="2" type="pic"/>
          </p:nvPr>
        </p:nvSpPr>
        <p:spPr>
          <a:xfrm>
            <a:off x="4577975" y="632250"/>
            <a:ext cx="4349400" cy="4281600"/>
          </a:xfrm>
          <a:prstGeom prst="roundRect">
            <a:avLst>
              <a:gd fmla="val 6217" name="adj"/>
            </a:avLst>
          </a:prstGeom>
          <a:noFill/>
          <a:ln>
            <a:noFill/>
          </a:ln>
        </p:spPr>
      </p:sp>
      <p:sp>
        <p:nvSpPr>
          <p:cNvPr id="149" name="Google Shape;149;p20"/>
          <p:cNvSpPr/>
          <p:nvPr>
            <p:ph idx="3" type="pic"/>
          </p:nvPr>
        </p:nvSpPr>
        <p:spPr>
          <a:xfrm>
            <a:off x="228775" y="2621175"/>
            <a:ext cx="4238400" cy="2293500"/>
          </a:xfrm>
          <a:prstGeom prst="roundRect">
            <a:avLst>
              <a:gd fmla="val 9802" name="adj"/>
            </a:avLst>
          </a:prstGeom>
          <a:noFill/>
          <a:ln>
            <a:noFill/>
          </a:ln>
        </p:spPr>
      </p:sp>
      <p:sp>
        <p:nvSpPr>
          <p:cNvPr id="150" name="Google Shape;150;p20"/>
          <p:cNvSpPr/>
          <p:nvPr>
            <p:ph idx="4" type="pic"/>
          </p:nvPr>
        </p:nvSpPr>
        <p:spPr>
          <a:xfrm>
            <a:off x="228775" y="632025"/>
            <a:ext cx="2068500" cy="1890900"/>
          </a:xfrm>
          <a:prstGeom prst="roundRect">
            <a:avLst>
              <a:gd fmla="val 11889" name="adj"/>
            </a:avLst>
          </a:prstGeom>
          <a:noFill/>
          <a:ln>
            <a:noFill/>
          </a:ln>
        </p:spPr>
      </p:sp>
      <p:sp>
        <p:nvSpPr>
          <p:cNvPr id="151" name="Google Shape;151;p20"/>
          <p:cNvSpPr/>
          <p:nvPr>
            <p:ph idx="5" type="pic"/>
          </p:nvPr>
        </p:nvSpPr>
        <p:spPr>
          <a:xfrm>
            <a:off x="2403375" y="632025"/>
            <a:ext cx="2068500" cy="1890900"/>
          </a:xfrm>
          <a:prstGeom prst="roundRect">
            <a:avLst>
              <a:gd fmla="val 1188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odboard 2">
  <p:cSld name="BLANK_1_1_1_1_1_1_1_1_1_1_1_1_1_1_1_1_1_1_1_1_1_1_1_1_1_2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/>
          <p:nvPr>
            <p:ph idx="2" type="pic"/>
          </p:nvPr>
        </p:nvSpPr>
        <p:spPr>
          <a:xfrm>
            <a:off x="228625" y="6320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54" name="Google Shape;154;p21"/>
          <p:cNvSpPr txBox="1"/>
          <p:nvPr>
            <p:ph idx="1" type="subTitle"/>
          </p:nvPr>
        </p:nvSpPr>
        <p:spPr>
          <a:xfrm>
            <a:off x="401700" y="35680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55" name="Google Shape;155;p21"/>
          <p:cNvSpPr/>
          <p:nvPr>
            <p:ph idx="3" type="pic"/>
          </p:nvPr>
        </p:nvSpPr>
        <p:spPr>
          <a:xfrm>
            <a:off x="2429113" y="6319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56" name="Google Shape;156;p21"/>
          <p:cNvSpPr txBox="1"/>
          <p:nvPr>
            <p:ph idx="4" type="subTitle"/>
          </p:nvPr>
        </p:nvSpPr>
        <p:spPr>
          <a:xfrm>
            <a:off x="2602188" y="35679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57" name="Google Shape;157;p21"/>
          <p:cNvSpPr/>
          <p:nvPr>
            <p:ph idx="5" type="pic"/>
          </p:nvPr>
        </p:nvSpPr>
        <p:spPr>
          <a:xfrm>
            <a:off x="4629600" y="6319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58" name="Google Shape;158;p21"/>
          <p:cNvSpPr txBox="1"/>
          <p:nvPr>
            <p:ph idx="6" type="subTitle"/>
          </p:nvPr>
        </p:nvSpPr>
        <p:spPr>
          <a:xfrm>
            <a:off x="4802675" y="35679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59" name="Google Shape;159;p21"/>
          <p:cNvSpPr/>
          <p:nvPr>
            <p:ph idx="7" type="pic"/>
          </p:nvPr>
        </p:nvSpPr>
        <p:spPr>
          <a:xfrm>
            <a:off x="6830075" y="6320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60" name="Google Shape;160;p21"/>
          <p:cNvSpPr txBox="1"/>
          <p:nvPr>
            <p:ph idx="8" type="subTitle"/>
          </p:nvPr>
        </p:nvSpPr>
        <p:spPr>
          <a:xfrm>
            <a:off x="7003150" y="35680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ITLE_1_1_4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/>
          <p:nvPr/>
        </p:nvSpPr>
        <p:spPr>
          <a:xfrm>
            <a:off x="6625332" y="229950"/>
            <a:ext cx="2283000" cy="2283000"/>
          </a:xfrm>
          <a:prstGeom prst="roundRect">
            <a:avLst>
              <a:gd fmla="val 12219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3" name="Google Shape;163;p22"/>
          <p:cNvSpPr/>
          <p:nvPr/>
        </p:nvSpPr>
        <p:spPr>
          <a:xfrm>
            <a:off x="235213" y="229950"/>
            <a:ext cx="6282300" cy="4683600"/>
          </a:xfrm>
          <a:prstGeom prst="roundRect">
            <a:avLst>
              <a:gd fmla="val 584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6625786" y="2630415"/>
            <a:ext cx="2283000" cy="2283000"/>
          </a:xfrm>
          <a:prstGeom prst="roundRect">
            <a:avLst>
              <a:gd fmla="val 1221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" name="Google Shape;165;p22"/>
          <p:cNvSpPr txBox="1"/>
          <p:nvPr>
            <p:ph type="title"/>
          </p:nvPr>
        </p:nvSpPr>
        <p:spPr>
          <a:xfrm>
            <a:off x="570013" y="3961157"/>
            <a:ext cx="5582100" cy="60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descr="A donut shape" id="166" name="Google Shape;166;p22"/>
          <p:cNvSpPr/>
          <p:nvPr/>
        </p:nvSpPr>
        <p:spPr>
          <a:xfrm>
            <a:off x="7134588" y="3139675"/>
            <a:ext cx="1264500" cy="1264500"/>
          </a:xfrm>
          <a:prstGeom prst="donut">
            <a:avLst>
              <a:gd fmla="val 25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descr="A star icon" id="167" name="Google Shape;167;p22"/>
          <p:cNvSpPr/>
          <p:nvPr/>
        </p:nvSpPr>
        <p:spPr>
          <a:xfrm>
            <a:off x="7092288" y="697800"/>
            <a:ext cx="1349100" cy="1347300"/>
          </a:xfrm>
          <a:prstGeom prst="plaque">
            <a:avLst>
              <a:gd fmla="val 44918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">
  <p:cSld name="CUSTOM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/>
          <p:nvPr/>
        </p:nvSpPr>
        <p:spPr>
          <a:xfrm rot="5400000">
            <a:off x="-285900" y="285900"/>
            <a:ext cx="5143500" cy="4571700"/>
          </a:xfrm>
          <a:prstGeom prst="round2SameRect">
            <a:avLst>
              <a:gd fmla="val 6890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0" name="Google Shape;170;p23"/>
          <p:cNvSpPr txBox="1"/>
          <p:nvPr>
            <p:ph idx="1" type="subTitle"/>
          </p:nvPr>
        </p:nvSpPr>
        <p:spPr>
          <a:xfrm>
            <a:off x="293700" y="295600"/>
            <a:ext cx="772500" cy="1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1" name="Google Shape;171;p23"/>
          <p:cNvSpPr txBox="1"/>
          <p:nvPr>
            <p:ph idx="2" type="subTitle"/>
          </p:nvPr>
        </p:nvSpPr>
        <p:spPr>
          <a:xfrm>
            <a:off x="4810050" y="46240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2" name="Google Shape;172;p23"/>
          <p:cNvSpPr txBox="1"/>
          <p:nvPr>
            <p:ph idx="3" type="subTitle"/>
          </p:nvPr>
        </p:nvSpPr>
        <p:spPr>
          <a:xfrm>
            <a:off x="4810050" y="1406975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3" name="Google Shape;173;p23"/>
          <p:cNvSpPr txBox="1"/>
          <p:nvPr>
            <p:ph idx="4" type="subTitle"/>
          </p:nvPr>
        </p:nvSpPr>
        <p:spPr>
          <a:xfrm>
            <a:off x="4810050" y="235155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4" name="Google Shape;174;p23"/>
          <p:cNvSpPr txBox="1"/>
          <p:nvPr>
            <p:ph idx="5" type="subTitle"/>
          </p:nvPr>
        </p:nvSpPr>
        <p:spPr>
          <a:xfrm>
            <a:off x="4810050" y="3296125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5" name="Google Shape;175;p23"/>
          <p:cNvSpPr txBox="1"/>
          <p:nvPr>
            <p:ph idx="6" type="subTitle"/>
          </p:nvPr>
        </p:nvSpPr>
        <p:spPr>
          <a:xfrm>
            <a:off x="4810050" y="424070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6" name="Google Shape;176;p23"/>
          <p:cNvSpPr txBox="1"/>
          <p:nvPr>
            <p:ph type="title"/>
          </p:nvPr>
        </p:nvSpPr>
        <p:spPr>
          <a:xfrm>
            <a:off x="228600" y="1001425"/>
            <a:ext cx="3912900" cy="24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r journey ">
  <p:cSld name="CUSTOM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/>
          <p:nvPr/>
        </p:nvSpPr>
        <p:spPr>
          <a:xfrm>
            <a:off x="228600" y="229900"/>
            <a:ext cx="992400" cy="292800"/>
          </a:xfrm>
          <a:prstGeom prst="roundRect">
            <a:avLst>
              <a:gd fmla="val 26895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User journey</a:t>
            </a:r>
            <a:endParaRPr sz="1000">
              <a:solidFill>
                <a:schemeClr val="accent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79" name="Google Shape;179;p24"/>
          <p:cNvSpPr/>
          <p:nvPr>
            <p:ph idx="2" type="pic"/>
          </p:nvPr>
        </p:nvSpPr>
        <p:spPr>
          <a:xfrm>
            <a:off x="230700" y="911875"/>
            <a:ext cx="1751400" cy="2634000"/>
          </a:xfrm>
          <a:prstGeom prst="round2SameRect">
            <a:avLst>
              <a:gd fmla="val 1265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0" name="Google Shape;180;p24"/>
          <p:cNvSpPr txBox="1"/>
          <p:nvPr>
            <p:ph idx="1" type="subTitle"/>
          </p:nvPr>
        </p:nvSpPr>
        <p:spPr>
          <a:xfrm>
            <a:off x="314750" y="3677475"/>
            <a:ext cx="15654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1" name="Google Shape;181;p24"/>
          <p:cNvSpPr/>
          <p:nvPr>
            <p:ph idx="3" type="pic"/>
          </p:nvPr>
        </p:nvSpPr>
        <p:spPr>
          <a:xfrm>
            <a:off x="2867100" y="480475"/>
            <a:ext cx="1746300" cy="1337400"/>
          </a:xfrm>
          <a:prstGeom prst="round2SameRect">
            <a:avLst>
              <a:gd fmla="val 11765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2" name="Google Shape;182;p24"/>
          <p:cNvSpPr/>
          <p:nvPr>
            <p:ph idx="4" type="pic"/>
          </p:nvPr>
        </p:nvSpPr>
        <p:spPr>
          <a:xfrm>
            <a:off x="2867100" y="2804388"/>
            <a:ext cx="1746300" cy="1337400"/>
          </a:xfrm>
          <a:prstGeom prst="round2SameRect">
            <a:avLst>
              <a:gd fmla="val 11765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3" name="Google Shape;183;p24"/>
          <p:cNvSpPr/>
          <p:nvPr>
            <p:ph idx="5" type="pic"/>
          </p:nvPr>
        </p:nvSpPr>
        <p:spPr>
          <a:xfrm rot="-5400000">
            <a:off x="5934450" y="-27825"/>
            <a:ext cx="1344300" cy="2202000"/>
          </a:xfrm>
          <a:prstGeom prst="round2SameRect">
            <a:avLst>
              <a:gd fmla="val 9438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4" name="Google Shape;184;p24"/>
          <p:cNvSpPr/>
          <p:nvPr>
            <p:ph idx="6" type="pic"/>
          </p:nvPr>
        </p:nvSpPr>
        <p:spPr>
          <a:xfrm rot="-5400000">
            <a:off x="5934450" y="1470950"/>
            <a:ext cx="1344300" cy="2202000"/>
          </a:xfrm>
          <a:prstGeom prst="round2SameRect">
            <a:avLst>
              <a:gd fmla="val 9438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5" name="Google Shape;185;p24"/>
          <p:cNvSpPr/>
          <p:nvPr>
            <p:ph idx="7" type="pic"/>
          </p:nvPr>
        </p:nvSpPr>
        <p:spPr>
          <a:xfrm rot="-5400000">
            <a:off x="5934450" y="2969725"/>
            <a:ext cx="1344300" cy="2202000"/>
          </a:xfrm>
          <a:prstGeom prst="round2SameRect">
            <a:avLst>
              <a:gd fmla="val 9438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6" name="Google Shape;186;p24"/>
          <p:cNvSpPr txBox="1"/>
          <p:nvPr>
            <p:ph idx="8" type="subTitle"/>
          </p:nvPr>
        </p:nvSpPr>
        <p:spPr>
          <a:xfrm>
            <a:off x="2961150" y="1899800"/>
            <a:ext cx="15654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4"/>
          <p:cNvSpPr txBox="1"/>
          <p:nvPr>
            <p:ph idx="9" type="subTitle"/>
          </p:nvPr>
        </p:nvSpPr>
        <p:spPr>
          <a:xfrm>
            <a:off x="2961150" y="4252075"/>
            <a:ext cx="15654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4"/>
          <p:cNvSpPr txBox="1"/>
          <p:nvPr>
            <p:ph idx="13" type="subTitle"/>
          </p:nvPr>
        </p:nvSpPr>
        <p:spPr>
          <a:xfrm>
            <a:off x="7827000" y="522700"/>
            <a:ext cx="952500" cy="10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89" name="Google Shape;189;p24"/>
          <p:cNvSpPr txBox="1"/>
          <p:nvPr>
            <p:ph idx="14" type="subTitle"/>
          </p:nvPr>
        </p:nvSpPr>
        <p:spPr>
          <a:xfrm>
            <a:off x="7827000" y="2036750"/>
            <a:ext cx="952500" cy="10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90" name="Google Shape;190;p24"/>
          <p:cNvSpPr txBox="1"/>
          <p:nvPr>
            <p:ph idx="15" type="subTitle"/>
          </p:nvPr>
        </p:nvSpPr>
        <p:spPr>
          <a:xfrm>
            <a:off x="7827000" y="3550800"/>
            <a:ext cx="952500" cy="10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r journey ALT 1">
  <p:cSld name="CUSTOM_2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/>
          <p:nvPr/>
        </p:nvSpPr>
        <p:spPr>
          <a:xfrm>
            <a:off x="228600" y="229900"/>
            <a:ext cx="992400" cy="292800"/>
          </a:xfrm>
          <a:prstGeom prst="roundRect">
            <a:avLst>
              <a:gd fmla="val 26895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User journey</a:t>
            </a:r>
            <a:endParaRPr sz="1000">
              <a:solidFill>
                <a:schemeClr val="accent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347850" y="1888450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25"/>
          <p:cNvSpPr txBox="1"/>
          <p:nvPr>
            <p:ph idx="2" type="body"/>
          </p:nvPr>
        </p:nvSpPr>
        <p:spPr>
          <a:xfrm>
            <a:off x="6079400" y="405850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5" name="Google Shape;195;p25"/>
          <p:cNvSpPr txBox="1"/>
          <p:nvPr>
            <p:ph idx="3" type="body"/>
          </p:nvPr>
        </p:nvSpPr>
        <p:spPr>
          <a:xfrm>
            <a:off x="6079400" y="1606817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6" name="Google Shape;196;p25"/>
          <p:cNvSpPr txBox="1"/>
          <p:nvPr>
            <p:ph idx="4" type="body"/>
          </p:nvPr>
        </p:nvSpPr>
        <p:spPr>
          <a:xfrm>
            <a:off x="6079400" y="2807783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7" name="Google Shape;197;p25"/>
          <p:cNvSpPr txBox="1"/>
          <p:nvPr>
            <p:ph idx="5" type="body"/>
          </p:nvPr>
        </p:nvSpPr>
        <p:spPr>
          <a:xfrm>
            <a:off x="6079400" y="4008750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8" name="Google Shape;198;p25"/>
          <p:cNvSpPr txBox="1"/>
          <p:nvPr>
            <p:ph idx="6" type="body"/>
          </p:nvPr>
        </p:nvSpPr>
        <p:spPr>
          <a:xfrm>
            <a:off x="3213625" y="662625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9" name="Google Shape;199;p25"/>
          <p:cNvSpPr txBox="1"/>
          <p:nvPr>
            <p:ph idx="7" type="body"/>
          </p:nvPr>
        </p:nvSpPr>
        <p:spPr>
          <a:xfrm>
            <a:off x="3213625" y="3056300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8" name="Google Shape;208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3" name="Google Shape;213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18" name="Google Shape;218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9" name="Google Shape;219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24" name="Google Shape;224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8" name="Google Shape;228;p3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9" name="Google Shape;229;p3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0" name="Google Shape;230;p3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1" name="Google Shape;231;p3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2" name="Google Shape;232;p3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3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6" name="Google Shape;236;p3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39" name="Google Shape;239;p3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0" name="Google Shape;240;p3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1" name="Google Shape;241;p3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2" name="Google Shape;242;p3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5" name="Google Shape;245;p3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6" name="Google Shape;246;p3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47" name="Google Shape;247;p3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8" name="Google Shape;248;p3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9" name="Google Shape;249;p3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0" name="Google Shape;250;p3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3" name="Google Shape;253;p3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4" name="Google Shape;254;p3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5" name="Google Shape;255;p3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6" name="Google Shape;256;p3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57" name="Google Shape;257;p3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8" name="Google Shape;258;p3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9" name="Google Shape;259;p3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0" name="Google Shape;260;p3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4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6" name="Google Shape;266;p4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4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4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9" name="Google Shape;26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4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1" name="Google Shape;271;p4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4" name="Google Shape;274;p4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4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p4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7" name="Google Shape;277;p4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4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9" name="Google Shape;27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4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1" name="Google Shape;281;p4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2" name="Google Shape;282;p4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7" name="Google Shape;287;p4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8" name="Google Shape;288;p4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4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90" name="Google Shape;290;p4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91" name="Google Shape;291;p4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92" name="Google Shape;292;p4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4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94" name="Google Shape;294;p4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95" name="Google Shape;295;p4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theme" Target="../theme/theme2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41375" y="356475"/>
            <a:ext cx="28602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7400" y="1551575"/>
            <a:ext cx="5666400" cy="24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orient="horz" pos="144">
          <p15:clr>
            <a:srgbClr val="E46962"/>
          </p15:clr>
        </p15:guide>
        <p15:guide id="3" pos="144">
          <p15:clr>
            <a:srgbClr val="E46962"/>
          </p15:clr>
        </p15:guide>
        <p15:guide id="4" orient="horz" pos="3096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5"/>
          <p:cNvSpPr txBox="1"/>
          <p:nvPr>
            <p:ph idx="1" type="subTitle"/>
          </p:nvPr>
        </p:nvSpPr>
        <p:spPr>
          <a:xfrm>
            <a:off x="4897375" y="2609925"/>
            <a:ext cx="3679800" cy="60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Rachit Rahul Das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Mihnea Popescu</a:t>
            </a:r>
            <a:endParaRPr/>
          </a:p>
        </p:txBody>
      </p:sp>
      <p:sp>
        <p:nvSpPr>
          <p:cNvPr id="301" name="Google Shape;301;p45"/>
          <p:cNvSpPr txBox="1"/>
          <p:nvPr>
            <p:ph type="title"/>
          </p:nvPr>
        </p:nvSpPr>
        <p:spPr>
          <a:xfrm>
            <a:off x="563400" y="3695700"/>
            <a:ext cx="3679800" cy="9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Hammer CLI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6"/>
          <p:cNvSpPr txBox="1"/>
          <p:nvPr>
            <p:ph type="title"/>
          </p:nvPr>
        </p:nvSpPr>
        <p:spPr>
          <a:xfrm>
            <a:off x="228600" y="228600"/>
            <a:ext cx="64215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307" name="Google Shape;307;p46"/>
          <p:cNvSpPr txBox="1"/>
          <p:nvPr>
            <p:ph idx="1" type="subTitle"/>
          </p:nvPr>
        </p:nvSpPr>
        <p:spPr>
          <a:xfrm>
            <a:off x="228600" y="952675"/>
            <a:ext cx="8120400" cy="41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Hammer CLI is a comprehensive auction management platform designed to serve both bidders and auctioneers through an intuitive command-line interface. The system empowers customers with intelligent bidding capabilities, featuring an innovative price estimation tool that provides data-driven insights into item valuations, helping users make informed purchasing decisions. Customers can seamlessly browse and participate in active auctions in real-time. For auctioneers, Hammer CLI streamlines auction operations by enabling efficient auction creation, providing analytics on trending items and sales performance, and offering real-time tracking of bids and winners. By combining buyer intelligence tools with robust seller management features, Hammer CLI delivers a dual-sided solution that enhances transparency and efficiency in the auction marketplace.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308" name="Google Shape;308;p46"/>
          <p:cNvGrpSpPr/>
          <p:nvPr/>
        </p:nvGrpSpPr>
        <p:grpSpPr>
          <a:xfrm>
            <a:off x="8349009" y="4345925"/>
            <a:ext cx="566400" cy="566400"/>
            <a:chOff x="8349009" y="4345925"/>
            <a:chExt cx="566400" cy="566400"/>
          </a:xfrm>
        </p:grpSpPr>
        <p:sp>
          <p:nvSpPr>
            <p:cNvPr id="309" name="Google Shape;309;p46"/>
            <p:cNvSpPr/>
            <p:nvPr/>
          </p:nvSpPr>
          <p:spPr>
            <a:xfrm>
              <a:off x="8349009" y="4345925"/>
              <a:ext cx="566400" cy="566400"/>
            </a:xfrm>
            <a:prstGeom prst="roundRect">
              <a:avLst>
                <a:gd fmla="val 22469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10" name="Google Shape;310;p46"/>
            <p:cNvGrpSpPr/>
            <p:nvPr/>
          </p:nvGrpSpPr>
          <p:grpSpPr>
            <a:xfrm>
              <a:off x="8354096" y="4502968"/>
              <a:ext cx="556205" cy="252332"/>
              <a:chOff x="4571989" y="769200"/>
              <a:chExt cx="2320422" cy="1052700"/>
            </a:xfrm>
          </p:grpSpPr>
          <p:sp>
            <p:nvSpPr>
              <p:cNvPr id="311" name="Google Shape;311;p46"/>
              <p:cNvSpPr/>
              <p:nvPr/>
            </p:nvSpPr>
            <p:spPr>
              <a:xfrm>
                <a:off x="5691810" y="769200"/>
                <a:ext cx="1200600" cy="1052700"/>
              </a:xfrm>
              <a:prstGeom prst="pie">
                <a:avLst>
                  <a:gd fmla="val 5410573" name="adj1"/>
                  <a:gd fmla="val 16200000" name="adj2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2" name="Google Shape;312;p46"/>
              <p:cNvSpPr/>
              <p:nvPr/>
            </p:nvSpPr>
            <p:spPr>
              <a:xfrm flipH="1">
                <a:off x="4571989" y="769200"/>
                <a:ext cx="1200600" cy="1052700"/>
              </a:xfrm>
              <a:prstGeom prst="pie">
                <a:avLst>
                  <a:gd fmla="val 5410573" name="adj1"/>
                  <a:gd fmla="val 16200000" name="adj2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7"/>
          <p:cNvSpPr txBox="1"/>
          <p:nvPr>
            <p:ph type="title"/>
          </p:nvPr>
        </p:nvSpPr>
        <p:spPr>
          <a:xfrm>
            <a:off x="228600" y="228600"/>
            <a:ext cx="64215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</a:t>
            </a:r>
            <a:endParaRPr/>
          </a:p>
        </p:txBody>
      </p:sp>
      <p:grpSp>
        <p:nvGrpSpPr>
          <p:cNvPr id="318" name="Google Shape;318;p47"/>
          <p:cNvGrpSpPr/>
          <p:nvPr/>
        </p:nvGrpSpPr>
        <p:grpSpPr>
          <a:xfrm>
            <a:off x="8349009" y="4345925"/>
            <a:ext cx="566400" cy="566400"/>
            <a:chOff x="8349009" y="4345925"/>
            <a:chExt cx="566400" cy="566400"/>
          </a:xfrm>
        </p:grpSpPr>
        <p:sp>
          <p:nvSpPr>
            <p:cNvPr id="319" name="Google Shape;319;p47"/>
            <p:cNvSpPr/>
            <p:nvPr/>
          </p:nvSpPr>
          <p:spPr>
            <a:xfrm>
              <a:off x="8349009" y="4345925"/>
              <a:ext cx="566400" cy="566400"/>
            </a:xfrm>
            <a:prstGeom prst="roundRect">
              <a:avLst>
                <a:gd fmla="val 22469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320" name="Google Shape;320;p47"/>
            <p:cNvGrpSpPr/>
            <p:nvPr/>
          </p:nvGrpSpPr>
          <p:grpSpPr>
            <a:xfrm>
              <a:off x="8518721" y="4521773"/>
              <a:ext cx="226973" cy="214726"/>
              <a:chOff x="7312075" y="834700"/>
              <a:chExt cx="1022400" cy="966799"/>
            </a:xfrm>
          </p:grpSpPr>
          <p:sp>
            <p:nvSpPr>
              <p:cNvPr id="321" name="Google Shape;321;p47"/>
              <p:cNvSpPr/>
              <p:nvPr/>
            </p:nvSpPr>
            <p:spPr>
              <a:xfrm>
                <a:off x="7312075" y="834700"/>
                <a:ext cx="1022400" cy="438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22" name="Google Shape;322;p47"/>
              <p:cNvSpPr/>
              <p:nvPr/>
            </p:nvSpPr>
            <p:spPr>
              <a:xfrm>
                <a:off x="7312075" y="1363499"/>
                <a:ext cx="1022400" cy="438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pic>
        <p:nvPicPr>
          <p:cNvPr id="323" name="Google Shape;32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5325" y="782700"/>
            <a:ext cx="3793338" cy="405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8"/>
          <p:cNvSpPr txBox="1"/>
          <p:nvPr>
            <p:ph type="title"/>
          </p:nvPr>
        </p:nvSpPr>
        <p:spPr>
          <a:xfrm>
            <a:off x="228600" y="228600"/>
            <a:ext cx="64215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Place Bid</a:t>
            </a:r>
            <a:endParaRPr/>
          </a:p>
        </p:txBody>
      </p:sp>
      <p:grpSp>
        <p:nvGrpSpPr>
          <p:cNvPr id="329" name="Google Shape;329;p48"/>
          <p:cNvGrpSpPr/>
          <p:nvPr/>
        </p:nvGrpSpPr>
        <p:grpSpPr>
          <a:xfrm>
            <a:off x="8349009" y="4345925"/>
            <a:ext cx="566400" cy="566400"/>
            <a:chOff x="8349009" y="4345925"/>
            <a:chExt cx="566400" cy="566400"/>
          </a:xfrm>
        </p:grpSpPr>
        <p:sp>
          <p:nvSpPr>
            <p:cNvPr id="330" name="Google Shape;330;p48"/>
            <p:cNvSpPr/>
            <p:nvPr/>
          </p:nvSpPr>
          <p:spPr>
            <a:xfrm>
              <a:off x="8349009" y="4345925"/>
              <a:ext cx="566400" cy="566400"/>
            </a:xfrm>
            <a:prstGeom prst="roundRect">
              <a:avLst>
                <a:gd fmla="val 22469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331" name="Google Shape;331;p48"/>
            <p:cNvGrpSpPr/>
            <p:nvPr/>
          </p:nvGrpSpPr>
          <p:grpSpPr>
            <a:xfrm>
              <a:off x="8518721" y="4521773"/>
              <a:ext cx="226973" cy="214726"/>
              <a:chOff x="7312075" y="834700"/>
              <a:chExt cx="1022400" cy="966799"/>
            </a:xfrm>
          </p:grpSpPr>
          <p:sp>
            <p:nvSpPr>
              <p:cNvPr id="332" name="Google Shape;332;p48"/>
              <p:cNvSpPr/>
              <p:nvPr/>
            </p:nvSpPr>
            <p:spPr>
              <a:xfrm>
                <a:off x="7312075" y="834700"/>
                <a:ext cx="1022400" cy="438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3" name="Google Shape;333;p48"/>
              <p:cNvSpPr/>
              <p:nvPr/>
            </p:nvSpPr>
            <p:spPr>
              <a:xfrm>
                <a:off x="7312075" y="1363499"/>
                <a:ext cx="1022400" cy="438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pic>
        <p:nvPicPr>
          <p:cNvPr id="334" name="Google Shape;33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3375" y="1847849"/>
            <a:ext cx="752475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9"/>
          <p:cNvSpPr txBox="1"/>
          <p:nvPr>
            <p:ph type="title"/>
          </p:nvPr>
        </p:nvSpPr>
        <p:spPr>
          <a:xfrm>
            <a:off x="228600" y="228600"/>
            <a:ext cx="64215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 Estimation tool</a:t>
            </a:r>
            <a:endParaRPr/>
          </a:p>
        </p:txBody>
      </p:sp>
      <p:grpSp>
        <p:nvGrpSpPr>
          <p:cNvPr id="340" name="Google Shape;340;p49"/>
          <p:cNvGrpSpPr/>
          <p:nvPr/>
        </p:nvGrpSpPr>
        <p:grpSpPr>
          <a:xfrm>
            <a:off x="8349009" y="4345925"/>
            <a:ext cx="566400" cy="566400"/>
            <a:chOff x="8349009" y="4345925"/>
            <a:chExt cx="566400" cy="566400"/>
          </a:xfrm>
        </p:grpSpPr>
        <p:sp>
          <p:nvSpPr>
            <p:cNvPr id="341" name="Google Shape;341;p49"/>
            <p:cNvSpPr/>
            <p:nvPr/>
          </p:nvSpPr>
          <p:spPr>
            <a:xfrm>
              <a:off x="8349009" y="4345925"/>
              <a:ext cx="566400" cy="566400"/>
            </a:xfrm>
            <a:prstGeom prst="roundRect">
              <a:avLst>
                <a:gd fmla="val 22469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342" name="Google Shape;342;p49"/>
            <p:cNvGrpSpPr/>
            <p:nvPr/>
          </p:nvGrpSpPr>
          <p:grpSpPr>
            <a:xfrm>
              <a:off x="8518721" y="4521773"/>
              <a:ext cx="226973" cy="214726"/>
              <a:chOff x="7312075" y="834700"/>
              <a:chExt cx="1022400" cy="966799"/>
            </a:xfrm>
          </p:grpSpPr>
          <p:sp>
            <p:nvSpPr>
              <p:cNvPr id="343" name="Google Shape;343;p49"/>
              <p:cNvSpPr/>
              <p:nvPr/>
            </p:nvSpPr>
            <p:spPr>
              <a:xfrm>
                <a:off x="7312075" y="834700"/>
                <a:ext cx="1022400" cy="438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44" name="Google Shape;344;p49"/>
              <p:cNvSpPr/>
              <p:nvPr/>
            </p:nvSpPr>
            <p:spPr>
              <a:xfrm>
                <a:off x="7312075" y="1363499"/>
                <a:ext cx="1022400" cy="438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pic>
        <p:nvPicPr>
          <p:cNvPr id="345" name="Google Shape;34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53899"/>
            <a:ext cx="8839199" cy="2118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0"/>
          <p:cNvSpPr txBox="1"/>
          <p:nvPr>
            <p:ph type="title"/>
          </p:nvPr>
        </p:nvSpPr>
        <p:spPr>
          <a:xfrm>
            <a:off x="228600" y="228600"/>
            <a:ext cx="64215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active auctions</a:t>
            </a:r>
            <a:endParaRPr/>
          </a:p>
        </p:txBody>
      </p:sp>
      <p:grpSp>
        <p:nvGrpSpPr>
          <p:cNvPr id="351" name="Google Shape;351;p50"/>
          <p:cNvGrpSpPr/>
          <p:nvPr/>
        </p:nvGrpSpPr>
        <p:grpSpPr>
          <a:xfrm>
            <a:off x="8349009" y="4345925"/>
            <a:ext cx="566400" cy="566400"/>
            <a:chOff x="8349009" y="4345925"/>
            <a:chExt cx="566400" cy="566400"/>
          </a:xfrm>
        </p:grpSpPr>
        <p:sp>
          <p:nvSpPr>
            <p:cNvPr id="352" name="Google Shape;352;p50"/>
            <p:cNvSpPr/>
            <p:nvPr/>
          </p:nvSpPr>
          <p:spPr>
            <a:xfrm>
              <a:off x="8349009" y="4345925"/>
              <a:ext cx="566400" cy="566400"/>
            </a:xfrm>
            <a:prstGeom prst="roundRect">
              <a:avLst>
                <a:gd fmla="val 22469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353" name="Google Shape;353;p50"/>
            <p:cNvGrpSpPr/>
            <p:nvPr/>
          </p:nvGrpSpPr>
          <p:grpSpPr>
            <a:xfrm>
              <a:off x="8518721" y="4521773"/>
              <a:ext cx="226973" cy="214726"/>
              <a:chOff x="7312075" y="834700"/>
              <a:chExt cx="1022400" cy="966799"/>
            </a:xfrm>
          </p:grpSpPr>
          <p:sp>
            <p:nvSpPr>
              <p:cNvPr id="354" name="Google Shape;354;p50"/>
              <p:cNvSpPr/>
              <p:nvPr/>
            </p:nvSpPr>
            <p:spPr>
              <a:xfrm>
                <a:off x="7312075" y="834700"/>
                <a:ext cx="1022400" cy="438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55" name="Google Shape;355;p50"/>
              <p:cNvSpPr/>
              <p:nvPr/>
            </p:nvSpPr>
            <p:spPr>
              <a:xfrm>
                <a:off x="7312075" y="1363499"/>
                <a:ext cx="1022400" cy="438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pic>
        <p:nvPicPr>
          <p:cNvPr id="356" name="Google Shape;35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900" y="1953899"/>
            <a:ext cx="8044210" cy="787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1"/>
          <p:cNvSpPr txBox="1"/>
          <p:nvPr>
            <p:ph type="title"/>
          </p:nvPr>
        </p:nvSpPr>
        <p:spPr>
          <a:xfrm>
            <a:off x="228600" y="228600"/>
            <a:ext cx="64215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Completed Auctions</a:t>
            </a:r>
            <a:endParaRPr/>
          </a:p>
        </p:txBody>
      </p:sp>
      <p:grpSp>
        <p:nvGrpSpPr>
          <p:cNvPr id="362" name="Google Shape;362;p51"/>
          <p:cNvGrpSpPr/>
          <p:nvPr/>
        </p:nvGrpSpPr>
        <p:grpSpPr>
          <a:xfrm>
            <a:off x="8349009" y="4345925"/>
            <a:ext cx="566400" cy="566400"/>
            <a:chOff x="8349009" y="4345925"/>
            <a:chExt cx="566400" cy="566400"/>
          </a:xfrm>
        </p:grpSpPr>
        <p:sp>
          <p:nvSpPr>
            <p:cNvPr id="363" name="Google Shape;363;p51"/>
            <p:cNvSpPr/>
            <p:nvPr/>
          </p:nvSpPr>
          <p:spPr>
            <a:xfrm>
              <a:off x="8349009" y="4345925"/>
              <a:ext cx="566400" cy="566400"/>
            </a:xfrm>
            <a:prstGeom prst="roundRect">
              <a:avLst>
                <a:gd fmla="val 22469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364" name="Google Shape;364;p51"/>
            <p:cNvGrpSpPr/>
            <p:nvPr/>
          </p:nvGrpSpPr>
          <p:grpSpPr>
            <a:xfrm>
              <a:off x="8518721" y="4521773"/>
              <a:ext cx="226973" cy="214726"/>
              <a:chOff x="7312075" y="834700"/>
              <a:chExt cx="1022400" cy="966799"/>
            </a:xfrm>
          </p:grpSpPr>
          <p:sp>
            <p:nvSpPr>
              <p:cNvPr id="365" name="Google Shape;365;p51"/>
              <p:cNvSpPr/>
              <p:nvPr/>
            </p:nvSpPr>
            <p:spPr>
              <a:xfrm>
                <a:off x="7312075" y="834700"/>
                <a:ext cx="1022400" cy="438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66" name="Google Shape;366;p51"/>
              <p:cNvSpPr/>
              <p:nvPr/>
            </p:nvSpPr>
            <p:spPr>
              <a:xfrm>
                <a:off x="7312075" y="1363499"/>
                <a:ext cx="1022400" cy="438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pic>
        <p:nvPicPr>
          <p:cNvPr id="367" name="Google Shape;36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53899"/>
            <a:ext cx="8839204" cy="811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2"/>
          <p:cNvSpPr txBox="1"/>
          <p:nvPr>
            <p:ph type="title"/>
          </p:nvPr>
        </p:nvSpPr>
        <p:spPr>
          <a:xfrm>
            <a:off x="228600" y="228600"/>
            <a:ext cx="64215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Track highest bidder</a:t>
            </a:r>
            <a:endParaRPr/>
          </a:p>
        </p:txBody>
      </p:sp>
      <p:grpSp>
        <p:nvGrpSpPr>
          <p:cNvPr id="373" name="Google Shape;373;p52"/>
          <p:cNvGrpSpPr/>
          <p:nvPr/>
        </p:nvGrpSpPr>
        <p:grpSpPr>
          <a:xfrm>
            <a:off x="8349009" y="4345925"/>
            <a:ext cx="566400" cy="566400"/>
            <a:chOff x="8349009" y="4345925"/>
            <a:chExt cx="566400" cy="566400"/>
          </a:xfrm>
        </p:grpSpPr>
        <p:sp>
          <p:nvSpPr>
            <p:cNvPr id="374" name="Google Shape;374;p52"/>
            <p:cNvSpPr/>
            <p:nvPr/>
          </p:nvSpPr>
          <p:spPr>
            <a:xfrm>
              <a:off x="8349009" y="4345925"/>
              <a:ext cx="566400" cy="566400"/>
            </a:xfrm>
            <a:prstGeom prst="roundRect">
              <a:avLst>
                <a:gd fmla="val 22469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375" name="Google Shape;375;p52"/>
            <p:cNvGrpSpPr/>
            <p:nvPr/>
          </p:nvGrpSpPr>
          <p:grpSpPr>
            <a:xfrm>
              <a:off x="8518721" y="4521773"/>
              <a:ext cx="226973" cy="214726"/>
              <a:chOff x="7312075" y="834700"/>
              <a:chExt cx="1022400" cy="966799"/>
            </a:xfrm>
          </p:grpSpPr>
          <p:sp>
            <p:nvSpPr>
              <p:cNvPr id="376" name="Google Shape;376;p52"/>
              <p:cNvSpPr/>
              <p:nvPr/>
            </p:nvSpPr>
            <p:spPr>
              <a:xfrm>
                <a:off x="7312075" y="834700"/>
                <a:ext cx="1022400" cy="438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77" name="Google Shape;377;p52"/>
              <p:cNvSpPr/>
              <p:nvPr/>
            </p:nvSpPr>
            <p:spPr>
              <a:xfrm>
                <a:off x="7312075" y="1363499"/>
                <a:ext cx="1022400" cy="438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pic>
        <p:nvPicPr>
          <p:cNvPr id="378" name="Google Shape;37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53899"/>
            <a:ext cx="8839200" cy="655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3"/>
          <p:cNvSpPr txBox="1"/>
          <p:nvPr>
            <p:ph type="title"/>
          </p:nvPr>
        </p:nvSpPr>
        <p:spPr>
          <a:xfrm>
            <a:off x="228600" y="228600"/>
            <a:ext cx="64215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</a:t>
            </a:r>
            <a:r>
              <a:rPr lang="en"/>
              <a:t> auction</a:t>
            </a:r>
            <a:endParaRPr/>
          </a:p>
        </p:txBody>
      </p:sp>
      <p:grpSp>
        <p:nvGrpSpPr>
          <p:cNvPr id="384" name="Google Shape;384;p53"/>
          <p:cNvGrpSpPr/>
          <p:nvPr/>
        </p:nvGrpSpPr>
        <p:grpSpPr>
          <a:xfrm>
            <a:off x="8349009" y="4345925"/>
            <a:ext cx="566400" cy="566400"/>
            <a:chOff x="8349009" y="4345925"/>
            <a:chExt cx="566400" cy="566400"/>
          </a:xfrm>
        </p:grpSpPr>
        <p:sp>
          <p:nvSpPr>
            <p:cNvPr id="385" name="Google Shape;385;p53"/>
            <p:cNvSpPr/>
            <p:nvPr/>
          </p:nvSpPr>
          <p:spPr>
            <a:xfrm>
              <a:off x="8349009" y="4345925"/>
              <a:ext cx="566400" cy="566400"/>
            </a:xfrm>
            <a:prstGeom prst="roundRect">
              <a:avLst>
                <a:gd fmla="val 22469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386" name="Google Shape;386;p53"/>
            <p:cNvGrpSpPr/>
            <p:nvPr/>
          </p:nvGrpSpPr>
          <p:grpSpPr>
            <a:xfrm>
              <a:off x="8518721" y="4521773"/>
              <a:ext cx="226973" cy="214726"/>
              <a:chOff x="7312075" y="834700"/>
              <a:chExt cx="1022400" cy="966799"/>
            </a:xfrm>
          </p:grpSpPr>
          <p:sp>
            <p:nvSpPr>
              <p:cNvPr id="387" name="Google Shape;387;p53"/>
              <p:cNvSpPr/>
              <p:nvPr/>
            </p:nvSpPr>
            <p:spPr>
              <a:xfrm>
                <a:off x="7312075" y="834700"/>
                <a:ext cx="1022400" cy="438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88" name="Google Shape;388;p53"/>
              <p:cNvSpPr/>
              <p:nvPr/>
            </p:nvSpPr>
            <p:spPr>
              <a:xfrm>
                <a:off x="7312075" y="1363499"/>
                <a:ext cx="1022400" cy="438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pic>
        <p:nvPicPr>
          <p:cNvPr id="389" name="Google Shape;38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53899"/>
            <a:ext cx="8839199" cy="1251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4"/>
          <p:cNvSpPr txBox="1"/>
          <p:nvPr>
            <p:ph type="title"/>
          </p:nvPr>
        </p:nvSpPr>
        <p:spPr>
          <a:xfrm>
            <a:off x="228600" y="228600"/>
            <a:ext cx="64215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Domain Model</a:t>
            </a:r>
            <a:endParaRPr/>
          </a:p>
        </p:txBody>
      </p:sp>
      <p:pic>
        <p:nvPicPr>
          <p:cNvPr id="395" name="Google Shape;39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5725" y="952675"/>
            <a:ext cx="3512544" cy="3962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10100F"/>
      </a:dk1>
      <a:lt1>
        <a:srgbClr val="F8F3EC"/>
      </a:lt1>
      <a:dk2>
        <a:srgbClr val="810100"/>
      </a:dk2>
      <a:lt2>
        <a:srgbClr val="F8F3EC"/>
      </a:lt2>
      <a:accent1>
        <a:srgbClr val="B82D2D"/>
      </a:accent1>
      <a:accent2>
        <a:srgbClr val="FB6058"/>
      </a:accent2>
      <a:accent3>
        <a:srgbClr val="FFD979"/>
      </a:accent3>
      <a:accent4>
        <a:srgbClr val="FFADA8"/>
      </a:accent4>
      <a:accent5>
        <a:srgbClr val="570100"/>
      </a:accent5>
      <a:accent6>
        <a:srgbClr val="303030"/>
      </a:accent6>
      <a:hlink>
        <a:srgbClr val="FC60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